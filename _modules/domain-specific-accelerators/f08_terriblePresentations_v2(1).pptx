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compatMode="1" strictFirstAndLastChars="0" saveSubsetFonts="1" autoCompressPictures="0">
  <p:sldMasterIdLst>
    <p:sldMasterId id="2147483651" r:id="rId1"/>
    <p:sldMasterId id="2147483653" r:id="rId2"/>
  </p:sldMasterIdLst>
  <p:notesMasterIdLst>
    <p:notesMasterId r:id="rId36"/>
  </p:notesMasterIdLst>
  <p:sldIdLst>
    <p:sldId id="256" r:id="rId3"/>
    <p:sldId id="294" r:id="rId4"/>
    <p:sldId id="316" r:id="rId5"/>
    <p:sldId id="312" r:id="rId6"/>
    <p:sldId id="264" r:id="rId7"/>
    <p:sldId id="266" r:id="rId8"/>
    <p:sldId id="272" r:id="rId9"/>
    <p:sldId id="269" r:id="rId10"/>
    <p:sldId id="270" r:id="rId11"/>
    <p:sldId id="313" r:id="rId12"/>
    <p:sldId id="317" r:id="rId13"/>
    <p:sldId id="300" r:id="rId14"/>
    <p:sldId id="297" r:id="rId15"/>
    <p:sldId id="314" r:id="rId16"/>
    <p:sldId id="309" r:id="rId17"/>
    <p:sldId id="318" r:id="rId18"/>
    <p:sldId id="263" r:id="rId19"/>
    <p:sldId id="304" r:id="rId20"/>
    <p:sldId id="319" r:id="rId21"/>
    <p:sldId id="306" r:id="rId22"/>
    <p:sldId id="307" r:id="rId23"/>
    <p:sldId id="308" r:id="rId24"/>
    <p:sldId id="280" r:id="rId25"/>
    <p:sldId id="321" r:id="rId26"/>
    <p:sldId id="286" r:id="rId27"/>
    <p:sldId id="301" r:id="rId28"/>
    <p:sldId id="285" r:id="rId29"/>
    <p:sldId id="288" r:id="rId30"/>
    <p:sldId id="320" r:id="rId31"/>
    <p:sldId id="281" r:id="rId32"/>
    <p:sldId id="315" r:id="rId33"/>
    <p:sldId id="311" r:id="rId34"/>
    <p:sldId id="310" r:id="rId3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2"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2"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mn-ea"/>
        <a:cs typeface="+mn-cs"/>
      </a:defRPr>
    </a:lvl5pPr>
    <a:lvl6pPr marL="2286000" algn="l" defTabSz="914400" rtl="0" eaLnBrk="1" latinLnBrk="0" hangingPunct="1">
      <a:defRPr sz="2400" kern="1200">
        <a:solidFill>
          <a:schemeClr val="tx1"/>
        </a:solidFill>
        <a:latin typeface="Times" pitchFamily="2" charset="0"/>
        <a:ea typeface="+mn-ea"/>
        <a:cs typeface="+mn-cs"/>
      </a:defRPr>
    </a:lvl6pPr>
    <a:lvl7pPr marL="2743200" algn="l" defTabSz="914400" rtl="0" eaLnBrk="1" latinLnBrk="0" hangingPunct="1">
      <a:defRPr sz="2400" kern="1200">
        <a:solidFill>
          <a:schemeClr val="tx1"/>
        </a:solidFill>
        <a:latin typeface="Times" pitchFamily="2" charset="0"/>
        <a:ea typeface="+mn-ea"/>
        <a:cs typeface="+mn-cs"/>
      </a:defRPr>
    </a:lvl7pPr>
    <a:lvl8pPr marL="3200400" algn="l" defTabSz="914400" rtl="0" eaLnBrk="1" latinLnBrk="0" hangingPunct="1">
      <a:defRPr sz="2400" kern="1200">
        <a:solidFill>
          <a:schemeClr val="tx1"/>
        </a:solidFill>
        <a:latin typeface="Times" pitchFamily="2" charset="0"/>
        <a:ea typeface="+mn-ea"/>
        <a:cs typeface="+mn-cs"/>
      </a:defRPr>
    </a:lvl8pPr>
    <a:lvl9pPr marL="3657600" algn="l" defTabSz="914400" rtl="0" eaLnBrk="1" latinLnBrk="0" hangingPunct="1">
      <a:defRPr sz="2400" kern="1200">
        <a:solidFill>
          <a:schemeClr val="tx1"/>
        </a:solidFill>
        <a:latin typeface="Times" pitchFamily="2"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62" autoAdjust="0"/>
    <p:restoredTop sz="94726"/>
  </p:normalViewPr>
  <p:slideViewPr>
    <p:cSldViewPr>
      <p:cViewPr varScale="1">
        <p:scale>
          <a:sx n="120" d="100"/>
          <a:sy n="120" d="100"/>
        </p:scale>
        <p:origin x="192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4257EA71-20AA-C089-72DE-BA0DDD2A53E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09571" name="Rectangle 3">
            <a:extLst>
              <a:ext uri="{FF2B5EF4-FFF2-40B4-BE49-F238E27FC236}">
                <a16:creationId xmlns:a16="http://schemas.microsoft.com/office/drawing/2014/main" id="{EC6CCB14-FB7B-62FF-3E7D-F16C6C7AAD99}"/>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09572" name="Rectangle 4">
            <a:extLst>
              <a:ext uri="{FF2B5EF4-FFF2-40B4-BE49-F238E27FC236}">
                <a16:creationId xmlns:a16="http://schemas.microsoft.com/office/drawing/2014/main" id="{D75287E1-6113-D777-543B-ACE2A12CAEF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9573" name="Rectangle 5">
            <a:extLst>
              <a:ext uri="{FF2B5EF4-FFF2-40B4-BE49-F238E27FC236}">
                <a16:creationId xmlns:a16="http://schemas.microsoft.com/office/drawing/2014/main" id="{68E65A23-64A9-DDC3-35F6-059E0996FA47}"/>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9574" name="Rectangle 6">
            <a:extLst>
              <a:ext uri="{FF2B5EF4-FFF2-40B4-BE49-F238E27FC236}">
                <a16:creationId xmlns:a16="http://schemas.microsoft.com/office/drawing/2014/main" id="{8E79813D-0204-0D48-835B-2B49CFA20CA4}"/>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09575" name="Rectangle 7">
            <a:extLst>
              <a:ext uri="{FF2B5EF4-FFF2-40B4-BE49-F238E27FC236}">
                <a16:creationId xmlns:a16="http://schemas.microsoft.com/office/drawing/2014/main" id="{D9C742B7-01CA-3B1A-B277-05A854F95850}"/>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D2F4A803-729F-3640-8FEC-E7BA66C5721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2" charset="0"/>
        <a:ea typeface="+mn-ea"/>
        <a:cs typeface="+mn-cs"/>
      </a:defRPr>
    </a:lvl1pPr>
    <a:lvl2pPr marL="457200" algn="l" rtl="0" fontAlgn="base">
      <a:spcBef>
        <a:spcPct val="30000"/>
      </a:spcBef>
      <a:spcAft>
        <a:spcPct val="0"/>
      </a:spcAft>
      <a:defRPr sz="1200" kern="1200">
        <a:solidFill>
          <a:schemeClr val="tx1"/>
        </a:solidFill>
        <a:latin typeface="Times" pitchFamily="2" charset="0"/>
        <a:ea typeface="+mn-ea"/>
        <a:cs typeface="+mn-cs"/>
      </a:defRPr>
    </a:lvl2pPr>
    <a:lvl3pPr marL="914400" algn="l" rtl="0" fontAlgn="base">
      <a:spcBef>
        <a:spcPct val="30000"/>
      </a:spcBef>
      <a:spcAft>
        <a:spcPct val="0"/>
      </a:spcAft>
      <a:defRPr sz="1200" kern="1200">
        <a:solidFill>
          <a:schemeClr val="tx1"/>
        </a:solidFill>
        <a:latin typeface="Times" pitchFamily="2" charset="0"/>
        <a:ea typeface="+mn-ea"/>
        <a:cs typeface="+mn-cs"/>
      </a:defRPr>
    </a:lvl3pPr>
    <a:lvl4pPr marL="1371600" algn="l" rtl="0" fontAlgn="base">
      <a:spcBef>
        <a:spcPct val="30000"/>
      </a:spcBef>
      <a:spcAft>
        <a:spcPct val="0"/>
      </a:spcAft>
      <a:defRPr sz="1200" kern="1200">
        <a:solidFill>
          <a:schemeClr val="tx1"/>
        </a:solidFill>
        <a:latin typeface="Times" pitchFamily="2" charset="0"/>
        <a:ea typeface="+mn-ea"/>
        <a:cs typeface="+mn-cs"/>
      </a:defRPr>
    </a:lvl4pPr>
    <a:lvl5pPr marL="1828800" algn="l" rtl="0" fontAlgn="base">
      <a:spcBef>
        <a:spcPct val="30000"/>
      </a:spcBef>
      <a:spcAft>
        <a:spcPct val="0"/>
      </a:spcAft>
      <a:defRPr sz="120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95F4576-F5DE-9598-0FE5-BFE4145AFD3C}"/>
              </a:ext>
            </a:extLst>
          </p:cNvPr>
          <p:cNvSpPr>
            <a:spLocks noGrp="1" noChangeArrowheads="1"/>
          </p:cNvSpPr>
          <p:nvPr>
            <p:ph type="sldNum" sz="quarter" idx="5"/>
          </p:nvPr>
        </p:nvSpPr>
        <p:spPr>
          <a:ln/>
        </p:spPr>
        <p:txBody>
          <a:bodyPr/>
          <a:lstStyle/>
          <a:p>
            <a:fld id="{F02924ED-0320-AF40-BA5B-366F2948411F}" type="slidenum">
              <a:rPr lang="en-US" altLang="en-US"/>
              <a:pPr/>
              <a:t>24</a:t>
            </a:fld>
            <a:endParaRPr lang="en-US" altLang="en-US"/>
          </a:p>
        </p:txBody>
      </p:sp>
      <p:sp>
        <p:nvSpPr>
          <p:cNvPr id="138242" name="Rectangle 2">
            <a:extLst>
              <a:ext uri="{FF2B5EF4-FFF2-40B4-BE49-F238E27FC236}">
                <a16:creationId xmlns:a16="http://schemas.microsoft.com/office/drawing/2014/main" id="{D8FDD62B-FF9B-D6A8-36E0-8CC6D508751F}"/>
              </a:ext>
            </a:extLst>
          </p:cNvPr>
          <p:cNvSpPr>
            <a:spLocks noGrp="1" noRot="1" noChangeAspect="1" noChangeArrowheads="1" noTextEdit="1"/>
          </p:cNvSpPr>
          <p:nvPr>
            <p:ph type="sldImg"/>
          </p:nvPr>
        </p:nvSpPr>
        <p:spPr>
          <a:xfrm>
            <a:off x="1152525" y="692150"/>
            <a:ext cx="4554538" cy="3416300"/>
          </a:xfrm>
          <a:ln/>
        </p:spPr>
      </p:sp>
      <p:sp>
        <p:nvSpPr>
          <p:cNvPr id="138243" name="Rectangle 3">
            <a:extLst>
              <a:ext uri="{FF2B5EF4-FFF2-40B4-BE49-F238E27FC236}">
                <a16:creationId xmlns:a16="http://schemas.microsoft.com/office/drawing/2014/main" id="{4074C155-9906-722F-03D1-95FD029126C6}"/>
              </a:ext>
            </a:extLst>
          </p:cNvPr>
          <p:cNvSpPr>
            <a:spLocks noGrp="1" noChangeArrowheads="1"/>
          </p:cNvSpPr>
          <p:nvPr>
            <p:ph type="body" idx="1"/>
          </p:nvPr>
        </p:nvSpPr>
        <p:spPr>
          <a:xfrm>
            <a:off x="911225" y="4343400"/>
            <a:ext cx="5032375" cy="4114800"/>
          </a:xfrm>
        </p:spPr>
        <p:txBody>
          <a:bodyPr/>
          <a:lstStyle/>
          <a:p>
            <a:r>
              <a:rPr lang="en-US" altLang="en-US"/>
              <a:t>The parallel implementation is easily pipelined. This architecture would be 100% efficient if it could be supplied with enough data. However, the number of input pins needed to keep an 8192-point FFT would be 65606, with only 8-bit inputs. Also, A/D converters cannot keep up with this rate of data generation. Thus, a serial design is often used to match with the serial input.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1E77A13-AAAE-27C5-6411-EE3D3AF47761}"/>
              </a:ext>
            </a:extLst>
          </p:cNvPr>
          <p:cNvSpPr>
            <a:spLocks noGrp="1" noChangeArrowheads="1"/>
          </p:cNvSpPr>
          <p:nvPr>
            <p:ph type="sldNum" sz="quarter" idx="5"/>
          </p:nvPr>
        </p:nvSpPr>
        <p:spPr>
          <a:ln/>
        </p:spPr>
        <p:txBody>
          <a:bodyPr/>
          <a:lstStyle/>
          <a:p>
            <a:fld id="{30B0AB88-E336-204F-9727-5AAE2A0B7449}" type="slidenum">
              <a:rPr lang="en-US" altLang="en-US"/>
              <a:pPr/>
              <a:t>29</a:t>
            </a:fld>
            <a:endParaRPr lang="en-US" altLang="en-US"/>
          </a:p>
        </p:txBody>
      </p:sp>
      <p:sp>
        <p:nvSpPr>
          <p:cNvPr id="132098" name="Rectangle 2">
            <a:extLst>
              <a:ext uri="{FF2B5EF4-FFF2-40B4-BE49-F238E27FC236}">
                <a16:creationId xmlns:a16="http://schemas.microsoft.com/office/drawing/2014/main" id="{45C88BAB-A60A-2297-3EC9-A7A2FDAC52D8}"/>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50FDC53F-EE12-960A-DB13-4BEC0AAC4BB1}"/>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1F0746B6-40EE-3769-EF29-BE352871F17D}"/>
              </a:ext>
            </a:extLst>
          </p:cNvPr>
          <p:cNvSpPr>
            <a:spLocks noGrp="1" noChangeArrowheads="1"/>
          </p:cNvSpPr>
          <p:nvPr>
            <p:ph type="ctrTitle"/>
          </p:nvPr>
        </p:nvSpPr>
        <p:spPr>
          <a:xfrm>
            <a:off x="685800" y="2130425"/>
            <a:ext cx="7772400" cy="1470025"/>
          </a:xfrm>
        </p:spPr>
        <p:txBody>
          <a:bodyPr/>
          <a:lstStyle>
            <a:lvl1pPr>
              <a:defRPr/>
            </a:lvl1pPr>
          </a:lstStyle>
          <a:p>
            <a:pPr lvl="0"/>
            <a:r>
              <a:rPr lang="en-US" altLang="en-US" noProof="0"/>
              <a:t>Click to edit Master title style</a:t>
            </a:r>
          </a:p>
        </p:txBody>
      </p:sp>
      <p:sp>
        <p:nvSpPr>
          <p:cNvPr id="87043" name="Rectangle 3">
            <a:extLst>
              <a:ext uri="{FF2B5EF4-FFF2-40B4-BE49-F238E27FC236}">
                <a16:creationId xmlns:a16="http://schemas.microsoft.com/office/drawing/2014/main" id="{4EB19FBD-DF11-21D9-B81A-8C270E31730A}"/>
              </a:ext>
            </a:extLst>
          </p:cNvPr>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altLang="en-US" noProof="0"/>
              <a:t>Click to edit Master subtitle style</a:t>
            </a:r>
          </a:p>
        </p:txBody>
      </p:sp>
      <p:sp>
        <p:nvSpPr>
          <p:cNvPr id="87044" name="Rectangle 4">
            <a:extLst>
              <a:ext uri="{FF2B5EF4-FFF2-40B4-BE49-F238E27FC236}">
                <a16:creationId xmlns:a16="http://schemas.microsoft.com/office/drawing/2014/main" id="{CC342052-9063-58D0-A07B-CBEF4E15351D}"/>
              </a:ext>
            </a:extLst>
          </p:cNvPr>
          <p:cNvSpPr>
            <a:spLocks noGrp="1" noChangeArrowheads="1"/>
          </p:cNvSpPr>
          <p:nvPr>
            <p:ph type="dt" sz="half" idx="2"/>
          </p:nvPr>
        </p:nvSpPr>
        <p:spPr>
          <a:xfrm>
            <a:off x="457200" y="6245225"/>
            <a:ext cx="2133600" cy="476250"/>
          </a:xfrm>
        </p:spPr>
        <p:txBody>
          <a:bodyPr/>
          <a:lstStyle>
            <a:lvl1pPr>
              <a:defRPr/>
            </a:lvl1pPr>
          </a:lstStyle>
          <a:p>
            <a:endParaRPr lang="en-US" altLang="en-US"/>
          </a:p>
        </p:txBody>
      </p:sp>
      <p:sp>
        <p:nvSpPr>
          <p:cNvPr id="87045" name="Rectangle 5">
            <a:extLst>
              <a:ext uri="{FF2B5EF4-FFF2-40B4-BE49-F238E27FC236}">
                <a16:creationId xmlns:a16="http://schemas.microsoft.com/office/drawing/2014/main" id="{EB647DDE-6BED-9740-3A1F-53C89509AA6B}"/>
              </a:ext>
            </a:extLst>
          </p:cNvPr>
          <p:cNvSpPr>
            <a:spLocks noGrp="1" noChangeArrowheads="1"/>
          </p:cNvSpPr>
          <p:nvPr>
            <p:ph type="ftr" sz="quarter" idx="3"/>
          </p:nvPr>
        </p:nvSpPr>
        <p:spPr>
          <a:xfrm>
            <a:off x="3124200" y="6245225"/>
            <a:ext cx="2895600" cy="476250"/>
          </a:xfrm>
        </p:spPr>
        <p:txBody>
          <a:bodyPr/>
          <a:lstStyle>
            <a:lvl1pPr>
              <a:defRPr/>
            </a:lvl1pPr>
          </a:lstStyle>
          <a:p>
            <a:endParaRPr lang="en-US" altLang="en-US"/>
          </a:p>
        </p:txBody>
      </p:sp>
      <p:sp>
        <p:nvSpPr>
          <p:cNvPr id="87046" name="Rectangle 6">
            <a:extLst>
              <a:ext uri="{FF2B5EF4-FFF2-40B4-BE49-F238E27FC236}">
                <a16:creationId xmlns:a16="http://schemas.microsoft.com/office/drawing/2014/main" id="{B7C2429F-2943-0842-C75B-1367DC395AF0}"/>
              </a:ext>
            </a:extLst>
          </p:cNvPr>
          <p:cNvSpPr>
            <a:spLocks noGrp="1" noChangeArrowheads="1"/>
          </p:cNvSpPr>
          <p:nvPr>
            <p:ph type="sldNum" sz="quarter" idx="4"/>
          </p:nvPr>
        </p:nvSpPr>
        <p:spPr>
          <a:xfrm>
            <a:off x="6553200" y="6245225"/>
            <a:ext cx="2133600" cy="476250"/>
          </a:xfrm>
        </p:spPr>
        <p:txBody>
          <a:bodyPr/>
          <a:lstStyle>
            <a:lvl1pPr>
              <a:defRPr/>
            </a:lvl1pPr>
          </a:lstStyle>
          <a:p>
            <a:fld id="{D42651EC-1EF7-474D-AE29-3C5054CE92A9}" type="slidenum">
              <a:rPr lang="en-US" altLang="en-US"/>
              <a:pPr/>
              <a:t>‹#›</a:t>
            </a:fld>
            <a:endParaRPr lang="en-US" altLang="en-US"/>
          </a:p>
        </p:txBody>
      </p:sp>
      <p:sp>
        <p:nvSpPr>
          <p:cNvPr id="87048" name="Freeform 8">
            <a:extLst>
              <a:ext uri="{FF2B5EF4-FFF2-40B4-BE49-F238E27FC236}">
                <a16:creationId xmlns:a16="http://schemas.microsoft.com/office/drawing/2014/main" id="{42A6CDF9-C1E4-1CE2-443B-EF4F83BAA732}"/>
              </a:ext>
            </a:extLst>
          </p:cNvPr>
          <p:cNvSpPr>
            <a:spLocks/>
          </p:cNvSpPr>
          <p:nvPr/>
        </p:nvSpPr>
        <p:spPr bwMode="auto">
          <a:xfrm>
            <a:off x="325438" y="315913"/>
            <a:ext cx="8497887" cy="6224587"/>
          </a:xfrm>
          <a:custGeom>
            <a:avLst/>
            <a:gdLst>
              <a:gd name="T0" fmla="*/ 0 w 5353"/>
              <a:gd name="T1" fmla="*/ 0 h 3921"/>
              <a:gd name="T2" fmla="*/ 5352 w 5353"/>
              <a:gd name="T3" fmla="*/ 0 h 3921"/>
              <a:gd name="T4" fmla="*/ 5352 w 5353"/>
              <a:gd name="T5" fmla="*/ 3920 h 3921"/>
              <a:gd name="T6" fmla="*/ 0 w 5353"/>
              <a:gd name="T7" fmla="*/ 3920 h 3921"/>
              <a:gd name="T8" fmla="*/ 0 w 5353"/>
              <a:gd name="T9" fmla="*/ 0 h 3921"/>
            </a:gdLst>
            <a:ahLst/>
            <a:cxnLst>
              <a:cxn ang="0">
                <a:pos x="T0" y="T1"/>
              </a:cxn>
              <a:cxn ang="0">
                <a:pos x="T2" y="T3"/>
              </a:cxn>
              <a:cxn ang="0">
                <a:pos x="T4" y="T5"/>
              </a:cxn>
              <a:cxn ang="0">
                <a:pos x="T6" y="T7"/>
              </a:cxn>
              <a:cxn ang="0">
                <a:pos x="T8" y="T9"/>
              </a:cxn>
            </a:cxnLst>
            <a:rect l="0" t="0" r="r" b="b"/>
            <a:pathLst>
              <a:path w="5353" h="3921">
                <a:moveTo>
                  <a:pt x="0" y="0"/>
                </a:moveTo>
                <a:lnTo>
                  <a:pt x="5352" y="0"/>
                </a:lnTo>
                <a:lnTo>
                  <a:pt x="5352" y="3920"/>
                </a:lnTo>
                <a:lnTo>
                  <a:pt x="0" y="3920"/>
                </a:lnTo>
                <a:lnTo>
                  <a:pt x="0" y="0"/>
                </a:lnTo>
              </a:path>
            </a:pathLst>
          </a:custGeom>
          <a:noFill/>
          <a:ln w="38100" cap="rnd" cmpd="sng">
            <a:solidFill>
              <a:srgbClr val="0033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2D62-1B77-169C-973F-C9DB4F06D1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3780E4-8E04-D1ED-1FB8-247BB1035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9A36FA-2E16-F21E-EE49-F658BB6C7AF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A830EB2-19A2-37D2-6201-C9221EA4B279}"/>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29B1F57-216C-A90E-6799-D19820284937}"/>
              </a:ext>
            </a:extLst>
          </p:cNvPr>
          <p:cNvSpPr>
            <a:spLocks noGrp="1"/>
          </p:cNvSpPr>
          <p:nvPr>
            <p:ph type="sldNum" sz="quarter" idx="12"/>
          </p:nvPr>
        </p:nvSpPr>
        <p:spPr/>
        <p:txBody>
          <a:bodyPr/>
          <a:lstStyle>
            <a:lvl1pPr>
              <a:defRPr/>
            </a:lvl1pPr>
          </a:lstStyle>
          <a:p>
            <a:fld id="{622F5723-FE94-3146-A438-157A236A5457}" type="slidenum">
              <a:rPr lang="en-US" altLang="en-US"/>
              <a:pPr/>
              <a:t>‹#›</a:t>
            </a:fld>
            <a:endParaRPr lang="en-US" altLang="en-US"/>
          </a:p>
        </p:txBody>
      </p:sp>
    </p:spTree>
    <p:extLst>
      <p:ext uri="{BB962C8B-B14F-4D97-AF65-F5344CB8AC3E}">
        <p14:creationId xmlns:p14="http://schemas.microsoft.com/office/powerpoint/2010/main" val="699046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530B0-D469-005C-701E-085A85519064}"/>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19E73B-8804-9CE1-320E-A713C72DDCD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617195C8-1373-7A9D-45B6-2079CD8CBB6F}"/>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07CECBD-5420-21A1-ED6F-872BD7883DDA}"/>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1A194A38-CFF0-2493-FE40-5AB0F34C5CFC}"/>
              </a:ext>
            </a:extLst>
          </p:cNvPr>
          <p:cNvSpPr>
            <a:spLocks noGrp="1"/>
          </p:cNvSpPr>
          <p:nvPr>
            <p:ph type="sldNum" sz="quarter" idx="12"/>
          </p:nvPr>
        </p:nvSpPr>
        <p:spPr/>
        <p:txBody>
          <a:bodyPr/>
          <a:lstStyle>
            <a:lvl1pPr>
              <a:defRPr/>
            </a:lvl1pPr>
          </a:lstStyle>
          <a:p>
            <a:fld id="{43C8293E-F3AD-9D46-A779-26BA189B5BEC}" type="slidenum">
              <a:rPr lang="en-US" altLang="en-US"/>
              <a:pPr/>
              <a:t>‹#›</a:t>
            </a:fld>
            <a:endParaRPr lang="en-US" altLang="en-US"/>
          </a:p>
        </p:txBody>
      </p:sp>
    </p:spTree>
    <p:extLst>
      <p:ext uri="{BB962C8B-B14F-4D97-AF65-F5344CB8AC3E}">
        <p14:creationId xmlns:p14="http://schemas.microsoft.com/office/powerpoint/2010/main" val="1652202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FBED7-6A82-6D86-A05D-492B2EA783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F2C4D5-A242-67DD-39E2-84DDAAFBC4A1}"/>
              </a:ext>
            </a:extLst>
          </p:cNvPr>
          <p:cNvSpPr>
            <a:spLocks noGrp="1"/>
          </p:cNvSpPr>
          <p:nvPr>
            <p:ph sz="half" idx="1"/>
          </p:nvPr>
        </p:nvSpPr>
        <p:spPr>
          <a:xfrm>
            <a:off x="609600" y="1447800"/>
            <a:ext cx="38862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ADD6C9-5535-616B-1D7A-983FDB6DB95C}"/>
              </a:ext>
            </a:extLst>
          </p:cNvPr>
          <p:cNvSpPr>
            <a:spLocks noGrp="1"/>
          </p:cNvSpPr>
          <p:nvPr>
            <p:ph sz="half" idx="2"/>
          </p:nvPr>
        </p:nvSpPr>
        <p:spPr>
          <a:xfrm>
            <a:off x="4648200" y="1447800"/>
            <a:ext cx="38862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32D2F0-6D67-D42C-5DA8-03DF77E2E744}"/>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E33147A-1427-39E1-C1AA-C2C870FABB69}"/>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EB1ADF4-C560-6E33-CDC7-E0C6E2160741}"/>
              </a:ext>
            </a:extLst>
          </p:cNvPr>
          <p:cNvSpPr>
            <a:spLocks noGrp="1"/>
          </p:cNvSpPr>
          <p:nvPr>
            <p:ph type="sldNum" sz="quarter" idx="12"/>
          </p:nvPr>
        </p:nvSpPr>
        <p:spPr/>
        <p:txBody>
          <a:bodyPr/>
          <a:lstStyle>
            <a:lvl1pPr>
              <a:defRPr/>
            </a:lvl1pPr>
          </a:lstStyle>
          <a:p>
            <a:fld id="{033FC8F6-973F-004A-A753-274997297312}" type="slidenum">
              <a:rPr lang="en-US" altLang="en-US"/>
              <a:pPr/>
              <a:t>‹#›</a:t>
            </a:fld>
            <a:endParaRPr lang="en-US" altLang="en-US"/>
          </a:p>
        </p:txBody>
      </p:sp>
    </p:spTree>
    <p:extLst>
      <p:ext uri="{BB962C8B-B14F-4D97-AF65-F5344CB8AC3E}">
        <p14:creationId xmlns:p14="http://schemas.microsoft.com/office/powerpoint/2010/main" val="3283919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A53B-78D8-AB5A-77F4-5403027B3F66}"/>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EB07C9-0AC1-47E2-A071-0F4B0305330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437250-CA25-F78E-527B-D0CF1EE5A36B}"/>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F2526B-B874-D3E9-9D4E-AD1C7153D95D}"/>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942565-26CD-6542-4532-37B434ADCE26}"/>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E18EF0-8091-9992-841E-7B213B70A089}"/>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81DD3999-4347-FE01-80B0-85B1C563388F}"/>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9B6D34B5-D181-DE8A-A52F-124B6E63AD8F}"/>
              </a:ext>
            </a:extLst>
          </p:cNvPr>
          <p:cNvSpPr>
            <a:spLocks noGrp="1"/>
          </p:cNvSpPr>
          <p:nvPr>
            <p:ph type="sldNum" sz="quarter" idx="12"/>
          </p:nvPr>
        </p:nvSpPr>
        <p:spPr/>
        <p:txBody>
          <a:bodyPr/>
          <a:lstStyle>
            <a:lvl1pPr>
              <a:defRPr/>
            </a:lvl1pPr>
          </a:lstStyle>
          <a:p>
            <a:fld id="{C26E6617-3A3C-B449-8276-4E923BD01A21}" type="slidenum">
              <a:rPr lang="en-US" altLang="en-US"/>
              <a:pPr/>
              <a:t>‹#›</a:t>
            </a:fld>
            <a:endParaRPr lang="en-US" altLang="en-US"/>
          </a:p>
        </p:txBody>
      </p:sp>
    </p:spTree>
    <p:extLst>
      <p:ext uri="{BB962C8B-B14F-4D97-AF65-F5344CB8AC3E}">
        <p14:creationId xmlns:p14="http://schemas.microsoft.com/office/powerpoint/2010/main" val="4264506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0B77E-1428-6C52-07D6-A012B1AD42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755FD9-333E-8020-3EDB-3A1F4CF3B035}"/>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383A6386-8D11-A009-7D4E-C7DCD6326C23}"/>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A6CFFF0C-D997-10D5-A024-656472D7E65B}"/>
              </a:ext>
            </a:extLst>
          </p:cNvPr>
          <p:cNvSpPr>
            <a:spLocks noGrp="1"/>
          </p:cNvSpPr>
          <p:nvPr>
            <p:ph type="sldNum" sz="quarter" idx="12"/>
          </p:nvPr>
        </p:nvSpPr>
        <p:spPr/>
        <p:txBody>
          <a:bodyPr/>
          <a:lstStyle>
            <a:lvl1pPr>
              <a:defRPr/>
            </a:lvl1pPr>
          </a:lstStyle>
          <a:p>
            <a:fld id="{1B31E7C4-6D26-1A4E-9AF1-D10C42F029B0}" type="slidenum">
              <a:rPr lang="en-US" altLang="en-US"/>
              <a:pPr/>
              <a:t>‹#›</a:t>
            </a:fld>
            <a:endParaRPr lang="en-US" altLang="en-US"/>
          </a:p>
        </p:txBody>
      </p:sp>
    </p:spTree>
    <p:extLst>
      <p:ext uri="{BB962C8B-B14F-4D97-AF65-F5344CB8AC3E}">
        <p14:creationId xmlns:p14="http://schemas.microsoft.com/office/powerpoint/2010/main" val="2503430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DC8670-2D4A-E85C-369B-AEDA78DF9AFE}"/>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EE78D61C-0169-5E0E-0528-AB4DD6878063}"/>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6FCC677E-0542-2382-C148-7255478EFD86}"/>
              </a:ext>
            </a:extLst>
          </p:cNvPr>
          <p:cNvSpPr>
            <a:spLocks noGrp="1"/>
          </p:cNvSpPr>
          <p:nvPr>
            <p:ph type="sldNum" sz="quarter" idx="12"/>
          </p:nvPr>
        </p:nvSpPr>
        <p:spPr/>
        <p:txBody>
          <a:bodyPr/>
          <a:lstStyle>
            <a:lvl1pPr>
              <a:defRPr/>
            </a:lvl1pPr>
          </a:lstStyle>
          <a:p>
            <a:fld id="{8FBD72FE-D3D5-BA41-8764-FDA076FE937D}" type="slidenum">
              <a:rPr lang="en-US" altLang="en-US"/>
              <a:pPr/>
              <a:t>‹#›</a:t>
            </a:fld>
            <a:endParaRPr lang="en-US" altLang="en-US"/>
          </a:p>
        </p:txBody>
      </p:sp>
    </p:spTree>
    <p:extLst>
      <p:ext uri="{BB962C8B-B14F-4D97-AF65-F5344CB8AC3E}">
        <p14:creationId xmlns:p14="http://schemas.microsoft.com/office/powerpoint/2010/main" val="1335412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8971-66BE-6C9D-9466-1E38B96CEA6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497A1D-E8F2-CE5F-FC55-7251E03B87D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40DEB7-F9F8-FACA-5471-7BC4EF3D2A1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B32047-84B1-2DDC-B637-CBA6CEBF8BAD}"/>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30553E8-7C76-F6F9-56F3-D925B49664F6}"/>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95709784-4DA2-E7C3-78C2-B3FB9509B404}"/>
              </a:ext>
            </a:extLst>
          </p:cNvPr>
          <p:cNvSpPr>
            <a:spLocks noGrp="1"/>
          </p:cNvSpPr>
          <p:nvPr>
            <p:ph type="sldNum" sz="quarter" idx="12"/>
          </p:nvPr>
        </p:nvSpPr>
        <p:spPr/>
        <p:txBody>
          <a:bodyPr/>
          <a:lstStyle>
            <a:lvl1pPr>
              <a:defRPr/>
            </a:lvl1pPr>
          </a:lstStyle>
          <a:p>
            <a:fld id="{2D7BDEFE-6BC6-4744-BC92-19B1AB2003F5}" type="slidenum">
              <a:rPr lang="en-US" altLang="en-US"/>
              <a:pPr/>
              <a:t>‹#›</a:t>
            </a:fld>
            <a:endParaRPr lang="en-US" altLang="en-US"/>
          </a:p>
        </p:txBody>
      </p:sp>
    </p:spTree>
    <p:extLst>
      <p:ext uri="{BB962C8B-B14F-4D97-AF65-F5344CB8AC3E}">
        <p14:creationId xmlns:p14="http://schemas.microsoft.com/office/powerpoint/2010/main" val="2738440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E830A-3D9D-9B90-082E-CB82B84F43F5}"/>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F41F2-A242-8F84-1D33-4E358FF315F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25E317-D940-B0AB-629C-112D66C2B64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495BBE-70D2-085E-A312-31B997BE2239}"/>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62FFC50-E541-020C-4D06-CE7C053CFC42}"/>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5AA0478-67C7-DD5A-1B5A-F8BF0B714A9F}"/>
              </a:ext>
            </a:extLst>
          </p:cNvPr>
          <p:cNvSpPr>
            <a:spLocks noGrp="1"/>
          </p:cNvSpPr>
          <p:nvPr>
            <p:ph type="sldNum" sz="quarter" idx="12"/>
          </p:nvPr>
        </p:nvSpPr>
        <p:spPr/>
        <p:txBody>
          <a:bodyPr/>
          <a:lstStyle>
            <a:lvl1pPr>
              <a:defRPr/>
            </a:lvl1pPr>
          </a:lstStyle>
          <a:p>
            <a:fld id="{B42F3FA0-A873-C049-8640-60925C43C86F}" type="slidenum">
              <a:rPr lang="en-US" altLang="en-US"/>
              <a:pPr/>
              <a:t>‹#›</a:t>
            </a:fld>
            <a:endParaRPr lang="en-US" altLang="en-US"/>
          </a:p>
        </p:txBody>
      </p:sp>
    </p:spTree>
    <p:extLst>
      <p:ext uri="{BB962C8B-B14F-4D97-AF65-F5344CB8AC3E}">
        <p14:creationId xmlns:p14="http://schemas.microsoft.com/office/powerpoint/2010/main" val="549019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27069-42D1-2850-6AAD-E782A3949B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D53C97-2819-296B-7ED6-F080280A44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E6229-3FF8-5C14-99BE-95085C3851FC}"/>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1A667D4-0CB6-804C-6F84-5764E52CA87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9B0E59B-15F7-300F-451B-3BBE296561A7}"/>
              </a:ext>
            </a:extLst>
          </p:cNvPr>
          <p:cNvSpPr>
            <a:spLocks noGrp="1"/>
          </p:cNvSpPr>
          <p:nvPr>
            <p:ph type="sldNum" sz="quarter" idx="12"/>
          </p:nvPr>
        </p:nvSpPr>
        <p:spPr/>
        <p:txBody>
          <a:bodyPr/>
          <a:lstStyle>
            <a:lvl1pPr>
              <a:defRPr/>
            </a:lvl1pPr>
          </a:lstStyle>
          <a:p>
            <a:fld id="{AE3F67C9-7B99-7843-A030-BCAC90615E4D}" type="slidenum">
              <a:rPr lang="en-US" altLang="en-US"/>
              <a:pPr/>
              <a:t>‹#›</a:t>
            </a:fld>
            <a:endParaRPr lang="en-US" altLang="en-US"/>
          </a:p>
        </p:txBody>
      </p:sp>
    </p:spTree>
    <p:extLst>
      <p:ext uri="{BB962C8B-B14F-4D97-AF65-F5344CB8AC3E}">
        <p14:creationId xmlns:p14="http://schemas.microsoft.com/office/powerpoint/2010/main" val="3710637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EE00F5-EA03-0600-D615-67B836A3BBE9}"/>
              </a:ext>
            </a:extLst>
          </p:cNvPr>
          <p:cNvSpPr>
            <a:spLocks noGrp="1"/>
          </p:cNvSpPr>
          <p:nvPr>
            <p:ph type="title" orient="vert"/>
          </p:nvPr>
        </p:nvSpPr>
        <p:spPr>
          <a:xfrm>
            <a:off x="6553200" y="304800"/>
            <a:ext cx="1981200" cy="59436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8D3CA9-3C37-C6C7-3258-9084FE080EB7}"/>
              </a:ext>
            </a:extLst>
          </p:cNvPr>
          <p:cNvSpPr>
            <a:spLocks noGrp="1"/>
          </p:cNvSpPr>
          <p:nvPr>
            <p:ph type="body" orient="vert" idx="1"/>
          </p:nvPr>
        </p:nvSpPr>
        <p:spPr>
          <a:xfrm>
            <a:off x="609600" y="304800"/>
            <a:ext cx="57912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AC28B0-8777-CC78-C9BD-8B234F26DEED}"/>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D06D5742-0881-347E-B425-E325F2D671F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1DD57204-3BD6-DDFE-6660-D8D756FC8562}"/>
              </a:ext>
            </a:extLst>
          </p:cNvPr>
          <p:cNvSpPr>
            <a:spLocks noGrp="1"/>
          </p:cNvSpPr>
          <p:nvPr>
            <p:ph type="sldNum" sz="quarter" idx="12"/>
          </p:nvPr>
        </p:nvSpPr>
        <p:spPr/>
        <p:txBody>
          <a:bodyPr/>
          <a:lstStyle>
            <a:lvl1pPr>
              <a:defRPr/>
            </a:lvl1pPr>
          </a:lstStyle>
          <a:p>
            <a:fld id="{3E1921E8-F614-E24B-AC7D-3137D6A8A09C}" type="slidenum">
              <a:rPr lang="en-US" altLang="en-US"/>
              <a:pPr/>
              <a:t>‹#›</a:t>
            </a:fld>
            <a:endParaRPr lang="en-US" altLang="en-US"/>
          </a:p>
        </p:txBody>
      </p:sp>
    </p:spTree>
    <p:extLst>
      <p:ext uri="{BB962C8B-B14F-4D97-AF65-F5344CB8AC3E}">
        <p14:creationId xmlns:p14="http://schemas.microsoft.com/office/powerpoint/2010/main" val="433169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F1CD4C6D-AF3F-08DA-E281-96338C8F688E}"/>
              </a:ext>
            </a:extLst>
          </p:cNvPr>
          <p:cNvSpPr>
            <a:spLocks noGrp="1" noChangeArrowheads="1"/>
          </p:cNvSpPr>
          <p:nvPr>
            <p:ph type="ctrTitle"/>
          </p:nvPr>
        </p:nvSpPr>
        <p:spPr>
          <a:xfrm>
            <a:off x="685800" y="1525588"/>
            <a:ext cx="7772400" cy="1565275"/>
          </a:xfrm>
        </p:spPr>
        <p:txBody>
          <a:bodyPr/>
          <a:lstStyle>
            <a:lvl1pPr>
              <a:lnSpc>
                <a:spcPts val="4000"/>
              </a:lnSpc>
              <a:defRPr sz="3600"/>
            </a:lvl1pPr>
          </a:lstStyle>
          <a:p>
            <a:pPr lvl="0"/>
            <a:r>
              <a:rPr lang="en-US" altLang="en-US" noProof="0"/>
              <a:t>Click to edit Master title style</a:t>
            </a:r>
          </a:p>
        </p:txBody>
      </p:sp>
      <p:sp>
        <p:nvSpPr>
          <p:cNvPr id="136195" name="Rectangle 3">
            <a:extLst>
              <a:ext uri="{FF2B5EF4-FFF2-40B4-BE49-F238E27FC236}">
                <a16:creationId xmlns:a16="http://schemas.microsoft.com/office/drawing/2014/main" id="{0FB97639-7D7B-EAB3-8564-DF95B33C1F59}"/>
              </a:ext>
            </a:extLst>
          </p:cNvPr>
          <p:cNvSpPr>
            <a:spLocks noChangeArrowheads="1"/>
          </p:cNvSpPr>
          <p:nvPr/>
        </p:nvSpPr>
        <p:spPr bwMode="auto">
          <a:xfrm>
            <a:off x="457200" y="6400800"/>
            <a:ext cx="66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64" tIns="46033" rIns="92064" bIns="46033" anchor="ctr"/>
          <a:lstStyle/>
          <a:p>
            <a:pPr algn="ctr"/>
            <a:r>
              <a:rPr lang="en-US" altLang="en-US" sz="700" b="1">
                <a:latin typeface="Arial" panose="020B0604020202020204" pitchFamily="34" charset="0"/>
                <a:cs typeface="Arial" panose="020B0604020202020204" pitchFamily="34" charset="0"/>
              </a:rPr>
              <a:t>Systolic Architecture-</a:t>
            </a:r>
            <a:fld id="{A0421228-82DD-414A-94B1-C545EE4208CA}" type="slidenum">
              <a:rPr lang="en-US" altLang="en-US" sz="700" b="1">
                <a:latin typeface="Arial" panose="020B0604020202020204" pitchFamily="34" charset="0"/>
                <a:cs typeface="Arial" panose="020B0604020202020204" pitchFamily="34" charset="0"/>
              </a:rPr>
              <a:pPr algn="ctr"/>
              <a:t>‹#›</a:t>
            </a:fld>
            <a:endParaRPr lang="en-US" altLang="en-US" sz="700" b="1">
              <a:latin typeface="Arial" panose="020B0604020202020204" pitchFamily="34" charset="0"/>
              <a:cs typeface="Arial" panose="020B0604020202020204" pitchFamily="34" charset="0"/>
            </a:endParaRPr>
          </a:p>
          <a:p>
            <a:pPr algn="ctr"/>
            <a:r>
              <a:rPr lang="en-US" altLang="en-US" sz="700" b="1">
                <a:latin typeface="Arial" panose="020B0604020202020204" pitchFamily="34" charset="0"/>
                <a:cs typeface="Arial" panose="020B0604020202020204" pitchFamily="34" charset="0"/>
              </a:rPr>
              <a:t>PAJ  9/29/2004</a:t>
            </a:r>
          </a:p>
        </p:txBody>
      </p:sp>
      <p:sp>
        <p:nvSpPr>
          <p:cNvPr id="136196" name="Rectangle 4">
            <a:extLst>
              <a:ext uri="{FF2B5EF4-FFF2-40B4-BE49-F238E27FC236}">
                <a16:creationId xmlns:a16="http://schemas.microsoft.com/office/drawing/2014/main" id="{E047B1B6-F073-9928-D312-4A45B1144DF6}"/>
              </a:ext>
            </a:extLst>
          </p:cNvPr>
          <p:cNvSpPr>
            <a:spLocks noGrp="1" noChangeArrowheads="1"/>
          </p:cNvSpPr>
          <p:nvPr>
            <p:ph type="subTitle" sz="quarter" idx="1"/>
          </p:nvPr>
        </p:nvSpPr>
        <p:spPr>
          <a:xfrm>
            <a:off x="1371600" y="3429000"/>
            <a:ext cx="6400800" cy="1752600"/>
          </a:xfrm>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lIns="91440" tIns="45720" rIns="91440" bIns="45720"/>
          <a:lstStyle>
            <a:lvl1pPr marL="0" indent="0" algn="ctr">
              <a:lnSpc>
                <a:spcPct val="100000"/>
              </a:lnSpc>
              <a:spcBef>
                <a:spcPct val="50000"/>
              </a:spcBef>
              <a:spcAft>
                <a:spcPct val="50000"/>
              </a:spcAft>
              <a:buFontTx/>
              <a:buNone/>
              <a:defRPr sz="2200"/>
            </a:lvl1pPr>
          </a:lstStyle>
          <a:p>
            <a:pPr lvl="0"/>
            <a:r>
              <a:rPr lang="en-US" altLang="en-US" noProof="0"/>
              <a:t>Click to edit Master subtitle style</a:t>
            </a:r>
          </a:p>
        </p:txBody>
      </p:sp>
      <p:pic>
        <p:nvPicPr>
          <p:cNvPr id="136197" name="Picture 5">
            <a:extLst>
              <a:ext uri="{FF2B5EF4-FFF2-40B4-BE49-F238E27FC236}">
                <a16:creationId xmlns:a16="http://schemas.microsoft.com/office/drawing/2014/main" id="{C30ED5A6-5E0D-191E-7CB2-55544FB08C0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98425"/>
            <a:ext cx="566738"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6198" name="Line 6">
            <a:extLst>
              <a:ext uri="{FF2B5EF4-FFF2-40B4-BE49-F238E27FC236}">
                <a16:creationId xmlns:a16="http://schemas.microsoft.com/office/drawing/2014/main" id="{D67C19A8-4770-0422-2A93-AD84139D2710}"/>
              </a:ext>
            </a:extLst>
          </p:cNvPr>
          <p:cNvSpPr>
            <a:spLocks noChangeShapeType="1"/>
          </p:cNvSpPr>
          <p:nvPr/>
        </p:nvSpPr>
        <p:spPr bwMode="auto">
          <a:xfrm>
            <a:off x="-152400" y="762000"/>
            <a:ext cx="9525000" cy="0"/>
          </a:xfrm>
          <a:prstGeom prst="line">
            <a:avLst/>
          </a:prstGeom>
          <a:noFill/>
          <a:ln w="50800">
            <a:solidFill>
              <a:srgbClr val="33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6199" name="Line 7">
            <a:extLst>
              <a:ext uri="{FF2B5EF4-FFF2-40B4-BE49-F238E27FC236}">
                <a16:creationId xmlns:a16="http://schemas.microsoft.com/office/drawing/2014/main" id="{2FA3E74B-9A1F-4218-3E4E-0B3BAB928382}"/>
              </a:ext>
            </a:extLst>
          </p:cNvPr>
          <p:cNvSpPr>
            <a:spLocks noChangeShapeType="1"/>
          </p:cNvSpPr>
          <p:nvPr/>
        </p:nvSpPr>
        <p:spPr bwMode="auto">
          <a:xfrm>
            <a:off x="-228600" y="6172200"/>
            <a:ext cx="9525000" cy="0"/>
          </a:xfrm>
          <a:prstGeom prst="line">
            <a:avLst/>
          </a:prstGeom>
          <a:noFill/>
          <a:ln w="50800">
            <a:solidFill>
              <a:srgbClr val="33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6200" name="Rectangle 8">
            <a:extLst>
              <a:ext uri="{FF2B5EF4-FFF2-40B4-BE49-F238E27FC236}">
                <a16:creationId xmlns:a16="http://schemas.microsoft.com/office/drawing/2014/main" id="{38D6728C-A7DE-2D1A-3F6B-D6145DF49E9C}"/>
              </a:ext>
            </a:extLst>
          </p:cNvPr>
          <p:cNvSpPr>
            <a:spLocks noChangeArrowheads="1"/>
          </p:cNvSpPr>
          <p:nvPr/>
        </p:nvSpPr>
        <p:spPr bwMode="auto">
          <a:xfrm>
            <a:off x="6586538" y="6019800"/>
            <a:ext cx="2141537"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1400" b="1">
                <a:solidFill>
                  <a:srgbClr val="333399"/>
                </a:solidFill>
                <a:latin typeface="Arial" panose="020B0604020202020204" pitchFamily="34" charset="0"/>
                <a:cs typeface="Arial" panose="020B0604020202020204" pitchFamily="34" charset="0"/>
              </a:rPr>
              <a:t>MIT Lincoln Laboratory</a:t>
            </a: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D43C-FC4C-6B9C-3BA8-021A06F0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6E3B8F-30AF-E1C6-B224-D2DE66C5C5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040050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4C13B-15F5-694F-2561-3C425A9560B5}"/>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1446BF-DF80-DC9D-26AB-7B0F603B03A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75649263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C8366-9E04-6282-6EAD-CBD4BA65E2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2CB537-18A5-2873-769D-57DB5372F8D1}"/>
              </a:ext>
            </a:extLst>
          </p:cNvPr>
          <p:cNvSpPr>
            <a:spLocks noGrp="1"/>
          </p:cNvSpPr>
          <p:nvPr>
            <p:ph sz="half" idx="1"/>
          </p:nvPr>
        </p:nvSpPr>
        <p:spPr>
          <a:xfrm>
            <a:off x="685800" y="14335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7935AE-E575-057B-4260-9895C6F70E03}"/>
              </a:ext>
            </a:extLst>
          </p:cNvPr>
          <p:cNvSpPr>
            <a:spLocks noGrp="1"/>
          </p:cNvSpPr>
          <p:nvPr>
            <p:ph sz="half" idx="2"/>
          </p:nvPr>
        </p:nvSpPr>
        <p:spPr>
          <a:xfrm>
            <a:off x="4648200" y="14335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071379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C3C75-DC0C-6ABF-A275-9A67D6149AE4}"/>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927A60-66A8-9077-65D0-7527743A2F7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966081-EA2D-240D-343C-BD0C25E054F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269A3E-0F97-423B-4FEB-B9F865BE58A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72C87C-F78D-FE8D-56E9-696973D3C65E}"/>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102312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76172-A806-9105-A335-7A4331411B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2838277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12437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04342-9B0E-CD11-BD47-3F7EE69872C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E13343-A2AB-61BE-4EA7-7DCFE3ECBA4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85CA28-5D39-7357-59F9-D0E593B9CEB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8100193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7F109-EB93-CCD2-E640-D1973B3CCC0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040E51-45BF-1BBA-95D9-A479C5643E2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E6969B-77D3-34AD-23AA-166C80CCB06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6473646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BA9A-D37F-F168-557F-044F085A93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D8F054-57FE-8759-A61D-59467B4218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8137958"/>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A724FA-2649-9540-9626-9275E47870EA}"/>
              </a:ext>
            </a:extLst>
          </p:cNvPr>
          <p:cNvSpPr>
            <a:spLocks noGrp="1"/>
          </p:cNvSpPr>
          <p:nvPr>
            <p:ph type="title" orient="vert"/>
          </p:nvPr>
        </p:nvSpPr>
        <p:spPr>
          <a:xfrm>
            <a:off x="6515100" y="0"/>
            <a:ext cx="1943100" cy="55483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FCCAC8-C500-1D1B-D4C3-6C497C3FF0C3}"/>
              </a:ext>
            </a:extLst>
          </p:cNvPr>
          <p:cNvSpPr>
            <a:spLocks noGrp="1"/>
          </p:cNvSpPr>
          <p:nvPr>
            <p:ph type="body" orient="vert" idx="1"/>
          </p:nvPr>
        </p:nvSpPr>
        <p:spPr>
          <a:xfrm>
            <a:off x="685800" y="0"/>
            <a:ext cx="5676900" cy="55483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201315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e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CF40EEB-6883-467E-6DF3-E83D65F52235}"/>
              </a:ext>
            </a:extLst>
          </p:cNvPr>
          <p:cNvSpPr>
            <a:spLocks noGrp="1" noChangeArrowheads="1"/>
          </p:cNvSpPr>
          <p:nvPr>
            <p:ph type="title"/>
          </p:nvPr>
        </p:nvSpPr>
        <p:spPr bwMode="auto">
          <a:xfrm>
            <a:off x="609600" y="304800"/>
            <a:ext cx="7924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63" name="Rectangle 3">
            <a:extLst>
              <a:ext uri="{FF2B5EF4-FFF2-40B4-BE49-F238E27FC236}">
                <a16:creationId xmlns:a16="http://schemas.microsoft.com/office/drawing/2014/main" id="{1B8C2E16-A74D-96FD-D355-B9F503724E60}"/>
              </a:ext>
            </a:extLst>
          </p:cNvPr>
          <p:cNvSpPr>
            <a:spLocks noGrp="1" noChangeArrowheads="1"/>
          </p:cNvSpPr>
          <p:nvPr>
            <p:ph type="body" idx="1"/>
          </p:nvPr>
        </p:nvSpPr>
        <p:spPr bwMode="auto">
          <a:xfrm>
            <a:off x="609600" y="1447800"/>
            <a:ext cx="79248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0964" name="Rectangle 4">
            <a:extLst>
              <a:ext uri="{FF2B5EF4-FFF2-40B4-BE49-F238E27FC236}">
                <a16:creationId xmlns:a16="http://schemas.microsoft.com/office/drawing/2014/main" id="{719B3594-62B1-5186-FFA2-EC453BCF4DF3}"/>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endParaRPr lang="en-US" altLang="en-US"/>
          </a:p>
        </p:txBody>
      </p:sp>
      <p:sp>
        <p:nvSpPr>
          <p:cNvPr id="40965" name="Rectangle 5">
            <a:extLst>
              <a:ext uri="{FF2B5EF4-FFF2-40B4-BE49-F238E27FC236}">
                <a16:creationId xmlns:a16="http://schemas.microsoft.com/office/drawing/2014/main" id="{AEEE80AE-B3FE-1FDC-D19E-6097BA686B86}"/>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endParaRPr lang="en-US" altLang="en-US"/>
          </a:p>
        </p:txBody>
      </p:sp>
      <p:sp>
        <p:nvSpPr>
          <p:cNvPr id="40966" name="Rectangle 6">
            <a:extLst>
              <a:ext uri="{FF2B5EF4-FFF2-40B4-BE49-F238E27FC236}">
                <a16:creationId xmlns:a16="http://schemas.microsoft.com/office/drawing/2014/main" id="{3AB4B4BE-6272-408B-55FE-1F143CBFB1C6}"/>
              </a:ext>
            </a:extLst>
          </p:cNvPr>
          <p:cNvSpPr>
            <a:spLocks noGrp="1" noChangeArrowheads="1"/>
          </p:cNvSpPr>
          <p:nvPr>
            <p:ph type="sldNum" sz="quarter" idx="4"/>
          </p:nvPr>
        </p:nvSpPr>
        <p:spPr bwMode="auto">
          <a:xfrm>
            <a:off x="6934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mn-lt"/>
              </a:defRPr>
            </a:lvl1pPr>
          </a:lstStyle>
          <a:p>
            <a:fld id="{75800A66-D0C8-7D46-97EE-75A4ED84B44B}" type="slidenum">
              <a:rPr lang="en-US" altLang="en-US"/>
              <a:pPr/>
              <a:t>‹#›</a:t>
            </a:fld>
            <a:endParaRPr lang="en-US" altLang="en-US"/>
          </a:p>
        </p:txBody>
      </p:sp>
      <p:sp>
        <p:nvSpPr>
          <p:cNvPr id="40968" name="Freeform 8">
            <a:extLst>
              <a:ext uri="{FF2B5EF4-FFF2-40B4-BE49-F238E27FC236}">
                <a16:creationId xmlns:a16="http://schemas.microsoft.com/office/drawing/2014/main" id="{1E1CC475-A85F-270F-28AD-7E8C9A144D9E}"/>
              </a:ext>
            </a:extLst>
          </p:cNvPr>
          <p:cNvSpPr>
            <a:spLocks/>
          </p:cNvSpPr>
          <p:nvPr/>
        </p:nvSpPr>
        <p:spPr bwMode="auto">
          <a:xfrm>
            <a:off x="325438" y="315913"/>
            <a:ext cx="8497887" cy="6224587"/>
          </a:xfrm>
          <a:custGeom>
            <a:avLst/>
            <a:gdLst>
              <a:gd name="T0" fmla="*/ 0 w 5353"/>
              <a:gd name="T1" fmla="*/ 0 h 3921"/>
              <a:gd name="T2" fmla="*/ 5352 w 5353"/>
              <a:gd name="T3" fmla="*/ 0 h 3921"/>
              <a:gd name="T4" fmla="*/ 5352 w 5353"/>
              <a:gd name="T5" fmla="*/ 3920 h 3921"/>
              <a:gd name="T6" fmla="*/ 0 w 5353"/>
              <a:gd name="T7" fmla="*/ 3920 h 3921"/>
              <a:gd name="T8" fmla="*/ 0 w 5353"/>
              <a:gd name="T9" fmla="*/ 0 h 3921"/>
            </a:gdLst>
            <a:ahLst/>
            <a:cxnLst>
              <a:cxn ang="0">
                <a:pos x="T0" y="T1"/>
              </a:cxn>
              <a:cxn ang="0">
                <a:pos x="T2" y="T3"/>
              </a:cxn>
              <a:cxn ang="0">
                <a:pos x="T4" y="T5"/>
              </a:cxn>
              <a:cxn ang="0">
                <a:pos x="T6" y="T7"/>
              </a:cxn>
              <a:cxn ang="0">
                <a:pos x="T8" y="T9"/>
              </a:cxn>
            </a:cxnLst>
            <a:rect l="0" t="0" r="r" b="b"/>
            <a:pathLst>
              <a:path w="5353" h="3921">
                <a:moveTo>
                  <a:pt x="0" y="0"/>
                </a:moveTo>
                <a:lnTo>
                  <a:pt x="5352" y="0"/>
                </a:lnTo>
                <a:lnTo>
                  <a:pt x="5352" y="3920"/>
                </a:lnTo>
                <a:lnTo>
                  <a:pt x="0" y="3920"/>
                </a:lnTo>
                <a:lnTo>
                  <a:pt x="0" y="0"/>
                </a:lnTo>
              </a:path>
            </a:pathLst>
          </a:custGeom>
          <a:noFill/>
          <a:ln w="38100" cap="rnd" cmpd="sng">
            <a:solidFill>
              <a:srgbClr val="0033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9" name="Line 9">
            <a:extLst>
              <a:ext uri="{FF2B5EF4-FFF2-40B4-BE49-F238E27FC236}">
                <a16:creationId xmlns:a16="http://schemas.microsoft.com/office/drawing/2014/main" id="{9D1B262D-7E1C-0F08-B1F3-41EB29FDE6E5}"/>
              </a:ext>
            </a:extLst>
          </p:cNvPr>
          <p:cNvSpPr>
            <a:spLocks noChangeShapeType="1"/>
          </p:cNvSpPr>
          <p:nvPr userDrawn="1"/>
        </p:nvSpPr>
        <p:spPr bwMode="auto">
          <a:xfrm>
            <a:off x="609600" y="1295400"/>
            <a:ext cx="7924800" cy="0"/>
          </a:xfrm>
          <a:prstGeom prst="line">
            <a:avLst/>
          </a:prstGeom>
          <a:noFill/>
          <a:ln w="254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2"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ahoma" panose="020B0604030504040204" pitchFamily="34" charset="0"/>
        </a:defRPr>
      </a:lvl2pPr>
      <a:lvl3pPr algn="ctr" rtl="0" fontAlgn="base">
        <a:spcBef>
          <a:spcPct val="0"/>
        </a:spcBef>
        <a:spcAft>
          <a:spcPct val="0"/>
        </a:spcAft>
        <a:defRPr sz="4400">
          <a:solidFill>
            <a:schemeClr val="tx2"/>
          </a:solidFill>
          <a:latin typeface="Tahoma" panose="020B0604030504040204" pitchFamily="34" charset="0"/>
        </a:defRPr>
      </a:lvl3pPr>
      <a:lvl4pPr algn="ctr" rtl="0" fontAlgn="base">
        <a:spcBef>
          <a:spcPct val="0"/>
        </a:spcBef>
        <a:spcAft>
          <a:spcPct val="0"/>
        </a:spcAft>
        <a:defRPr sz="4400">
          <a:solidFill>
            <a:schemeClr val="tx2"/>
          </a:solidFill>
          <a:latin typeface="Tahoma" panose="020B0604030504040204" pitchFamily="34" charset="0"/>
        </a:defRPr>
      </a:lvl4pPr>
      <a:lvl5pPr algn="ctr" rtl="0" fontAlgn="base">
        <a:spcBef>
          <a:spcPct val="0"/>
        </a:spcBef>
        <a:spcAft>
          <a:spcPct val="0"/>
        </a:spcAft>
        <a:defRPr sz="4400">
          <a:solidFill>
            <a:schemeClr val="tx2"/>
          </a:solidFill>
          <a:latin typeface="Tahoma" panose="020B0604030504040204" pitchFamily="34" charset="0"/>
        </a:defRPr>
      </a:lvl5pPr>
      <a:lvl6pPr marL="457200" algn="ctr" rtl="0" fontAlgn="base">
        <a:spcBef>
          <a:spcPct val="0"/>
        </a:spcBef>
        <a:spcAft>
          <a:spcPct val="0"/>
        </a:spcAft>
        <a:defRPr sz="4400">
          <a:solidFill>
            <a:schemeClr val="tx2"/>
          </a:solidFill>
          <a:latin typeface="Tahoma" panose="020B0604030504040204" pitchFamily="34" charset="0"/>
        </a:defRPr>
      </a:lvl6pPr>
      <a:lvl7pPr marL="914400" algn="ctr" rtl="0" fontAlgn="base">
        <a:spcBef>
          <a:spcPct val="0"/>
        </a:spcBef>
        <a:spcAft>
          <a:spcPct val="0"/>
        </a:spcAft>
        <a:defRPr sz="4400">
          <a:solidFill>
            <a:schemeClr val="tx2"/>
          </a:solidFill>
          <a:latin typeface="Tahoma" panose="020B0604030504040204" pitchFamily="34" charset="0"/>
        </a:defRPr>
      </a:lvl7pPr>
      <a:lvl8pPr marL="1371600" algn="ctr" rtl="0" fontAlgn="base">
        <a:spcBef>
          <a:spcPct val="0"/>
        </a:spcBef>
        <a:spcAft>
          <a:spcPct val="0"/>
        </a:spcAft>
        <a:defRPr sz="4400">
          <a:solidFill>
            <a:schemeClr val="tx2"/>
          </a:solidFill>
          <a:latin typeface="Tahoma" panose="020B0604030504040204" pitchFamily="34" charset="0"/>
        </a:defRPr>
      </a:lvl8pPr>
      <a:lvl9pPr marL="1828800" algn="ctr"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68AB3971-69CD-E41B-4F10-154C2F080062}"/>
              </a:ext>
            </a:extLst>
          </p:cNvPr>
          <p:cNvSpPr>
            <a:spLocks noGrp="1" noChangeArrowheads="1"/>
          </p:cNvSpPr>
          <p:nvPr>
            <p:ph type="title"/>
          </p:nvPr>
        </p:nvSpPr>
        <p:spPr bwMode="auto">
          <a:xfrm>
            <a:off x="1066800" y="0"/>
            <a:ext cx="7086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64" tIns="46033" rIns="92064" bIns="46033" numCol="1" anchor="ctr" anchorCtr="0" compatLnSpc="1">
            <a:prstTxWarp prst="textNoShape">
              <a:avLst/>
            </a:prstTxWarp>
          </a:bodyPr>
          <a:lstStyle/>
          <a:p>
            <a:pPr lvl="0"/>
            <a:r>
              <a:rPr lang="en-US" altLang="en-US"/>
              <a:t>Click to Edit Master Title Style</a:t>
            </a:r>
          </a:p>
        </p:txBody>
      </p:sp>
      <p:sp>
        <p:nvSpPr>
          <p:cNvPr id="135171" name="Rectangle 3">
            <a:extLst>
              <a:ext uri="{FF2B5EF4-FFF2-40B4-BE49-F238E27FC236}">
                <a16:creationId xmlns:a16="http://schemas.microsoft.com/office/drawing/2014/main" id="{3253C20C-5870-F9B5-EE85-8B69E54364A1}"/>
              </a:ext>
            </a:extLst>
          </p:cNvPr>
          <p:cNvSpPr>
            <a:spLocks noGrp="1" noChangeArrowheads="1"/>
          </p:cNvSpPr>
          <p:nvPr>
            <p:ph type="body" idx="1"/>
          </p:nvPr>
        </p:nvSpPr>
        <p:spPr bwMode="auto">
          <a:xfrm>
            <a:off x="685800" y="14335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64" tIns="46033" rIns="92064" bIns="46033"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35172" name="Picture 4">
            <a:extLst>
              <a:ext uri="{FF2B5EF4-FFF2-40B4-BE49-F238E27FC236}">
                <a16:creationId xmlns:a16="http://schemas.microsoft.com/office/drawing/2014/main" id="{D0FCAB11-D868-FAE2-7E2E-8A9D1CD25D17}"/>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6250" y="98425"/>
            <a:ext cx="566738"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5173" name="Rectangle 5">
            <a:extLst>
              <a:ext uri="{FF2B5EF4-FFF2-40B4-BE49-F238E27FC236}">
                <a16:creationId xmlns:a16="http://schemas.microsoft.com/office/drawing/2014/main" id="{C4678CD2-3E8A-0D8A-C8EB-A7A3D0C1BB5A}"/>
              </a:ext>
            </a:extLst>
          </p:cNvPr>
          <p:cNvSpPr>
            <a:spLocks noChangeArrowheads="1"/>
          </p:cNvSpPr>
          <p:nvPr/>
        </p:nvSpPr>
        <p:spPr bwMode="auto">
          <a:xfrm>
            <a:off x="457200" y="6400800"/>
            <a:ext cx="66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64" tIns="46033" rIns="92064" bIns="46033" anchor="ctr"/>
          <a:lstStyle/>
          <a:p>
            <a:pPr algn="ctr"/>
            <a:r>
              <a:rPr lang="en-US" altLang="en-US" sz="700" b="1">
                <a:latin typeface="Arial" panose="020B0604020202020204" pitchFamily="34" charset="0"/>
                <a:cs typeface="Arial" panose="020B0604020202020204" pitchFamily="34" charset="0"/>
              </a:rPr>
              <a:t>Systolic Architecture-</a:t>
            </a:r>
            <a:fld id="{A3F95659-4CFA-E04E-800D-EBE735CC74B3}" type="slidenum">
              <a:rPr lang="en-US" altLang="en-US" sz="700" b="1">
                <a:latin typeface="Arial" panose="020B0604020202020204" pitchFamily="34" charset="0"/>
                <a:cs typeface="Arial" panose="020B0604020202020204" pitchFamily="34" charset="0"/>
              </a:rPr>
              <a:pPr algn="ctr"/>
              <a:t>‹#›</a:t>
            </a:fld>
            <a:endParaRPr lang="en-US" altLang="en-US" sz="700" b="1">
              <a:latin typeface="Arial" panose="020B0604020202020204" pitchFamily="34" charset="0"/>
              <a:cs typeface="Arial" panose="020B0604020202020204" pitchFamily="34" charset="0"/>
            </a:endParaRPr>
          </a:p>
          <a:p>
            <a:pPr algn="ctr"/>
            <a:r>
              <a:rPr lang="en-US" altLang="en-US" sz="700" b="1">
                <a:latin typeface="Arial" panose="020B0604020202020204" pitchFamily="34" charset="0"/>
                <a:cs typeface="Arial" panose="020B0604020202020204" pitchFamily="34" charset="0"/>
              </a:rPr>
              <a:t>PAJ  9/29/2004</a:t>
            </a:r>
          </a:p>
        </p:txBody>
      </p:sp>
      <p:sp>
        <p:nvSpPr>
          <p:cNvPr id="135174" name="Line 6">
            <a:extLst>
              <a:ext uri="{FF2B5EF4-FFF2-40B4-BE49-F238E27FC236}">
                <a16:creationId xmlns:a16="http://schemas.microsoft.com/office/drawing/2014/main" id="{AD6C77E9-B72F-51EB-3132-A174AC1F63C8}"/>
              </a:ext>
            </a:extLst>
          </p:cNvPr>
          <p:cNvSpPr>
            <a:spLocks noChangeShapeType="1"/>
          </p:cNvSpPr>
          <p:nvPr/>
        </p:nvSpPr>
        <p:spPr bwMode="auto">
          <a:xfrm>
            <a:off x="-152400" y="6477000"/>
            <a:ext cx="9525000" cy="0"/>
          </a:xfrm>
          <a:prstGeom prst="line">
            <a:avLst/>
          </a:prstGeom>
          <a:noFill/>
          <a:ln w="50800">
            <a:solidFill>
              <a:srgbClr val="33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5175" name="Rectangle 7">
            <a:extLst>
              <a:ext uri="{FF2B5EF4-FFF2-40B4-BE49-F238E27FC236}">
                <a16:creationId xmlns:a16="http://schemas.microsoft.com/office/drawing/2014/main" id="{083C7167-43B7-933F-48CC-8DBB32935C85}"/>
              </a:ext>
            </a:extLst>
          </p:cNvPr>
          <p:cNvSpPr>
            <a:spLocks noChangeArrowheads="1"/>
          </p:cNvSpPr>
          <p:nvPr/>
        </p:nvSpPr>
        <p:spPr bwMode="auto">
          <a:xfrm>
            <a:off x="6586538" y="6303963"/>
            <a:ext cx="2141537"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64" tIns="46033" rIns="92064" bIns="46033">
            <a:spAutoFit/>
          </a:bodyPr>
          <a:lstStyle/>
          <a:p>
            <a:r>
              <a:rPr lang="en-US" altLang="en-US" sz="1400" b="1">
                <a:solidFill>
                  <a:srgbClr val="333399"/>
                </a:solidFill>
                <a:latin typeface="Arial" panose="020B0604020202020204" pitchFamily="34" charset="0"/>
                <a:cs typeface="Arial" panose="020B0604020202020204" pitchFamily="34" charset="0"/>
              </a:rPr>
              <a:t>MIT Lincoln Laboratory</a:t>
            </a:r>
          </a:p>
        </p:txBody>
      </p:sp>
      <p:sp>
        <p:nvSpPr>
          <p:cNvPr id="135176" name="Line 8">
            <a:extLst>
              <a:ext uri="{FF2B5EF4-FFF2-40B4-BE49-F238E27FC236}">
                <a16:creationId xmlns:a16="http://schemas.microsoft.com/office/drawing/2014/main" id="{E8E9D92E-66E8-5D32-C9F9-D958C9DEB0F7}"/>
              </a:ext>
            </a:extLst>
          </p:cNvPr>
          <p:cNvSpPr>
            <a:spLocks noChangeShapeType="1"/>
          </p:cNvSpPr>
          <p:nvPr/>
        </p:nvSpPr>
        <p:spPr bwMode="auto">
          <a:xfrm>
            <a:off x="-228600" y="838200"/>
            <a:ext cx="9525000" cy="0"/>
          </a:xfrm>
          <a:prstGeom prst="line">
            <a:avLst/>
          </a:prstGeom>
          <a:noFill/>
          <a:ln w="50800">
            <a:solidFill>
              <a:srgbClr val="33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p:fade/>
  </p:transition>
  <p:txStyles>
    <p:titleStyle>
      <a:lvl1pPr algn="ctr" rtl="0" fontAlgn="base">
        <a:lnSpc>
          <a:spcPts val="3000"/>
        </a:lnSpc>
        <a:spcBef>
          <a:spcPct val="0"/>
        </a:spcBef>
        <a:spcAft>
          <a:spcPct val="0"/>
        </a:spcAft>
        <a:defRPr sz="2800" b="1" kern="1200">
          <a:solidFill>
            <a:schemeClr val="tx2"/>
          </a:solidFill>
          <a:latin typeface="+mj-lt"/>
          <a:ea typeface="+mj-ea"/>
          <a:cs typeface="+mj-cs"/>
        </a:defRPr>
      </a:lvl1pPr>
      <a:lvl2pPr algn="ctr" rtl="0" fontAlgn="base">
        <a:lnSpc>
          <a:spcPts val="3000"/>
        </a:lnSpc>
        <a:spcBef>
          <a:spcPct val="0"/>
        </a:spcBef>
        <a:spcAft>
          <a:spcPct val="0"/>
        </a:spcAft>
        <a:defRPr sz="2800" b="1">
          <a:solidFill>
            <a:schemeClr val="tx2"/>
          </a:solidFill>
          <a:latin typeface="Arial" panose="020B0604020202020204" pitchFamily="34" charset="0"/>
          <a:cs typeface="Arial" panose="020B0604020202020204" pitchFamily="34" charset="0"/>
        </a:defRPr>
      </a:lvl2pPr>
      <a:lvl3pPr algn="ctr" rtl="0" fontAlgn="base">
        <a:lnSpc>
          <a:spcPts val="3000"/>
        </a:lnSpc>
        <a:spcBef>
          <a:spcPct val="0"/>
        </a:spcBef>
        <a:spcAft>
          <a:spcPct val="0"/>
        </a:spcAft>
        <a:defRPr sz="2800" b="1">
          <a:solidFill>
            <a:schemeClr val="tx2"/>
          </a:solidFill>
          <a:latin typeface="Arial" panose="020B0604020202020204" pitchFamily="34" charset="0"/>
          <a:cs typeface="Arial" panose="020B0604020202020204" pitchFamily="34" charset="0"/>
        </a:defRPr>
      </a:lvl3pPr>
      <a:lvl4pPr algn="ctr" rtl="0" fontAlgn="base">
        <a:lnSpc>
          <a:spcPts val="3000"/>
        </a:lnSpc>
        <a:spcBef>
          <a:spcPct val="0"/>
        </a:spcBef>
        <a:spcAft>
          <a:spcPct val="0"/>
        </a:spcAft>
        <a:defRPr sz="2800" b="1">
          <a:solidFill>
            <a:schemeClr val="tx2"/>
          </a:solidFill>
          <a:latin typeface="Arial" panose="020B0604020202020204" pitchFamily="34" charset="0"/>
          <a:cs typeface="Arial" panose="020B0604020202020204" pitchFamily="34" charset="0"/>
        </a:defRPr>
      </a:lvl4pPr>
      <a:lvl5pPr algn="ctr" rtl="0" fontAlgn="base">
        <a:lnSpc>
          <a:spcPts val="3000"/>
        </a:lnSpc>
        <a:spcBef>
          <a:spcPct val="0"/>
        </a:spcBef>
        <a:spcAft>
          <a:spcPct val="0"/>
        </a:spcAft>
        <a:defRPr sz="2800" b="1">
          <a:solidFill>
            <a:schemeClr val="tx2"/>
          </a:solidFill>
          <a:latin typeface="Arial" panose="020B0604020202020204" pitchFamily="34" charset="0"/>
          <a:cs typeface="Arial" panose="020B0604020202020204" pitchFamily="34" charset="0"/>
        </a:defRPr>
      </a:lvl5pPr>
      <a:lvl6pPr marL="457200" algn="ctr" rtl="0" fontAlgn="base">
        <a:lnSpc>
          <a:spcPts val="3000"/>
        </a:lnSpc>
        <a:spcBef>
          <a:spcPct val="0"/>
        </a:spcBef>
        <a:spcAft>
          <a:spcPct val="0"/>
        </a:spcAft>
        <a:defRPr sz="2800" b="1">
          <a:solidFill>
            <a:schemeClr val="tx2"/>
          </a:solidFill>
          <a:latin typeface="Arial" panose="020B0604020202020204" pitchFamily="34" charset="0"/>
          <a:cs typeface="Arial" panose="020B0604020202020204" pitchFamily="34" charset="0"/>
        </a:defRPr>
      </a:lvl6pPr>
      <a:lvl7pPr marL="914400" algn="ctr" rtl="0" fontAlgn="base">
        <a:lnSpc>
          <a:spcPts val="3000"/>
        </a:lnSpc>
        <a:spcBef>
          <a:spcPct val="0"/>
        </a:spcBef>
        <a:spcAft>
          <a:spcPct val="0"/>
        </a:spcAft>
        <a:defRPr sz="2800" b="1">
          <a:solidFill>
            <a:schemeClr val="tx2"/>
          </a:solidFill>
          <a:latin typeface="Arial" panose="020B0604020202020204" pitchFamily="34" charset="0"/>
          <a:cs typeface="Arial" panose="020B0604020202020204" pitchFamily="34" charset="0"/>
        </a:defRPr>
      </a:lvl7pPr>
      <a:lvl8pPr marL="1371600" algn="ctr" rtl="0" fontAlgn="base">
        <a:lnSpc>
          <a:spcPts val="3000"/>
        </a:lnSpc>
        <a:spcBef>
          <a:spcPct val="0"/>
        </a:spcBef>
        <a:spcAft>
          <a:spcPct val="0"/>
        </a:spcAft>
        <a:defRPr sz="2800" b="1">
          <a:solidFill>
            <a:schemeClr val="tx2"/>
          </a:solidFill>
          <a:latin typeface="Arial" panose="020B0604020202020204" pitchFamily="34" charset="0"/>
          <a:cs typeface="Arial" panose="020B0604020202020204" pitchFamily="34" charset="0"/>
        </a:defRPr>
      </a:lvl8pPr>
      <a:lvl9pPr marL="1828800" algn="ctr" rtl="0" fontAlgn="base">
        <a:lnSpc>
          <a:spcPts val="3000"/>
        </a:lnSpc>
        <a:spcBef>
          <a:spcPct val="0"/>
        </a:spcBef>
        <a:spcAft>
          <a:spcPct val="0"/>
        </a:spcAft>
        <a:defRPr sz="2800" b="1">
          <a:solidFill>
            <a:schemeClr val="tx2"/>
          </a:solidFill>
          <a:latin typeface="Arial" panose="020B0604020202020204" pitchFamily="34" charset="0"/>
          <a:cs typeface="Arial" panose="020B0604020202020204" pitchFamily="34" charset="0"/>
        </a:defRPr>
      </a:lvl9pPr>
    </p:titleStyle>
    <p:bodyStyle>
      <a:lvl1pPr marL="342900" indent="-342900" algn="l" rtl="0" fontAlgn="base">
        <a:lnSpc>
          <a:spcPct val="90000"/>
        </a:lnSpc>
        <a:spcBef>
          <a:spcPct val="25000"/>
        </a:spcBef>
        <a:spcAft>
          <a:spcPct val="0"/>
        </a:spcAft>
        <a:buSzPct val="125000"/>
        <a:buChar char="•"/>
        <a:defRPr sz="2000" b="1" kern="1200">
          <a:solidFill>
            <a:schemeClr val="tx1"/>
          </a:solidFill>
          <a:latin typeface="+mn-lt"/>
          <a:ea typeface="+mn-ea"/>
          <a:cs typeface="+mn-cs"/>
        </a:defRPr>
      </a:lvl1pPr>
      <a:lvl2pPr marL="862013" indent="-341313" algn="l" rtl="0" fontAlgn="base">
        <a:lnSpc>
          <a:spcPct val="90000"/>
        </a:lnSpc>
        <a:spcBef>
          <a:spcPct val="25000"/>
        </a:spcBef>
        <a:spcAft>
          <a:spcPct val="0"/>
        </a:spcAft>
        <a:buSzPct val="100000"/>
        <a:buChar char="–"/>
        <a:defRPr b="1" kern="1200">
          <a:solidFill>
            <a:schemeClr val="tx1"/>
          </a:solidFill>
          <a:latin typeface="+mn-lt"/>
          <a:ea typeface="+mn-ea"/>
          <a:cs typeface="+mn-cs"/>
        </a:defRPr>
      </a:lvl2pPr>
      <a:lvl3pPr marL="1204913" indent="-228600" algn="l" rtl="0" fontAlgn="base">
        <a:lnSpc>
          <a:spcPct val="90000"/>
        </a:lnSpc>
        <a:spcBef>
          <a:spcPct val="25000"/>
        </a:spcBef>
        <a:spcAft>
          <a:spcPct val="0"/>
        </a:spcAft>
        <a:buSzPct val="100000"/>
        <a:buChar char=" "/>
        <a:defRPr sz="1600" b="1" kern="1200">
          <a:solidFill>
            <a:schemeClr val="tx1"/>
          </a:solidFill>
          <a:latin typeface="+mn-lt"/>
          <a:ea typeface="+mn-ea"/>
          <a:cs typeface="+mn-cs"/>
        </a:defRPr>
      </a:lvl3pPr>
      <a:lvl4pPr marL="1546225" indent="-119063" algn="l" rtl="0" fontAlgn="base">
        <a:lnSpc>
          <a:spcPct val="90000"/>
        </a:lnSpc>
        <a:spcBef>
          <a:spcPct val="25000"/>
        </a:spcBef>
        <a:spcAft>
          <a:spcPct val="0"/>
        </a:spcAft>
        <a:buSzPct val="100000"/>
        <a:buChar char=" "/>
        <a:defRPr sz="1400" b="1" kern="1200">
          <a:solidFill>
            <a:schemeClr val="tx1"/>
          </a:solidFill>
          <a:latin typeface="+mn-lt"/>
          <a:ea typeface="+mn-ea"/>
          <a:cs typeface="+mn-cs"/>
        </a:defRPr>
      </a:lvl4pPr>
      <a:lvl5pPr marL="1828800" algn="l" rtl="0" fontAlgn="base">
        <a:lnSpc>
          <a:spcPct val="90000"/>
        </a:lnSpc>
        <a:spcBef>
          <a:spcPct val="25000"/>
        </a:spcBef>
        <a:spcAft>
          <a:spcPct val="0"/>
        </a:spcAft>
        <a:buSzPct val="100000"/>
        <a:buChar char=" "/>
        <a:defRPr sz="14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2.bin"/><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6BE7DEC-2800-F6CB-7021-ADFF11A7794B}"/>
              </a:ext>
            </a:extLst>
          </p:cNvPr>
          <p:cNvSpPr>
            <a:spLocks noGrp="1" noChangeArrowheads="1"/>
          </p:cNvSpPr>
          <p:nvPr>
            <p:ph type="ctrTitle"/>
          </p:nvPr>
        </p:nvSpPr>
        <p:spPr>
          <a:xfrm>
            <a:off x="685800" y="2286000"/>
            <a:ext cx="7772400" cy="1143000"/>
          </a:xfrm>
        </p:spPr>
        <p:txBody>
          <a:bodyPr/>
          <a:lstStyle/>
          <a:p>
            <a:r>
              <a:rPr lang="en-US" altLang="en-US" sz="6000">
                <a:solidFill>
                  <a:schemeClr val="accent2"/>
                </a:solidFill>
              </a:rPr>
              <a:t>Terrible Presentations</a:t>
            </a:r>
            <a:br>
              <a:rPr lang="en-US" altLang="en-US" sz="6000">
                <a:solidFill>
                  <a:schemeClr val="accent2"/>
                </a:solidFill>
              </a:rPr>
            </a:br>
            <a:r>
              <a:rPr lang="en-US" altLang="en-US" sz="3200" i="1">
                <a:solidFill>
                  <a:schemeClr val="accent2"/>
                </a:solidFill>
              </a:rPr>
              <a:t>(…and how to not give one)</a:t>
            </a:r>
            <a:br>
              <a:rPr lang="en-US" altLang="en-US" sz="3200" i="1">
                <a:solidFill>
                  <a:schemeClr val="accent2"/>
                </a:solidFill>
              </a:rPr>
            </a:br>
            <a:endParaRPr lang="en-US" altLang="en-US" sz="3200" i="1">
              <a:solidFill>
                <a:schemeClr val="accent2"/>
              </a:solidFill>
            </a:endParaRPr>
          </a:p>
        </p:txBody>
      </p:sp>
      <p:sp>
        <p:nvSpPr>
          <p:cNvPr id="2115" name="Text Box 67">
            <a:extLst>
              <a:ext uri="{FF2B5EF4-FFF2-40B4-BE49-F238E27FC236}">
                <a16:creationId xmlns:a16="http://schemas.microsoft.com/office/drawing/2014/main" id="{F6473BB3-319F-5AA4-C799-C9C93170CD24}"/>
              </a:ext>
            </a:extLst>
          </p:cNvPr>
          <p:cNvSpPr txBox="1">
            <a:spLocks noChangeArrowheads="1"/>
          </p:cNvSpPr>
          <p:nvPr/>
        </p:nvSpPr>
        <p:spPr bwMode="auto">
          <a:xfrm>
            <a:off x="4860925" y="4267200"/>
            <a:ext cx="28352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solidFill>
                  <a:srgbClr val="FF0000"/>
                </a:solidFill>
                <a:latin typeface="Tahoma" panose="020B0604030504040204" pitchFamily="34" charset="0"/>
              </a:rPr>
              <a:t>Mark L. Chang</a:t>
            </a:r>
          </a:p>
          <a:p>
            <a:pPr algn="ctr"/>
            <a:r>
              <a:rPr lang="en-US" altLang="en-US">
                <a:solidFill>
                  <a:srgbClr val="FF0000"/>
                </a:solidFill>
                <a:latin typeface="Tahoma" panose="020B0604030504040204" pitchFamily="34" charset="0"/>
              </a:rPr>
              <a:t>Dept. of ECE</a:t>
            </a:r>
          </a:p>
          <a:p>
            <a:pPr algn="ctr"/>
            <a:r>
              <a:rPr lang="en-US" altLang="en-US">
                <a:solidFill>
                  <a:srgbClr val="FF0000"/>
                </a:solidFill>
                <a:latin typeface="Tahoma" panose="020B0604030504040204" pitchFamily="34" charset="0"/>
              </a:rPr>
              <a:t>Olin College of Eng.</a:t>
            </a:r>
          </a:p>
        </p:txBody>
      </p:sp>
      <p:sp>
        <p:nvSpPr>
          <p:cNvPr id="2116" name="Text Box 68">
            <a:extLst>
              <a:ext uri="{FF2B5EF4-FFF2-40B4-BE49-F238E27FC236}">
                <a16:creationId xmlns:a16="http://schemas.microsoft.com/office/drawing/2014/main" id="{40AF0430-A5AA-93A6-D689-D729E79757B1}"/>
              </a:ext>
            </a:extLst>
          </p:cNvPr>
          <p:cNvSpPr txBox="1">
            <a:spLocks noChangeArrowheads="1"/>
          </p:cNvSpPr>
          <p:nvPr/>
        </p:nvSpPr>
        <p:spPr bwMode="auto">
          <a:xfrm>
            <a:off x="1219200" y="4267200"/>
            <a:ext cx="2768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solidFill>
                  <a:srgbClr val="FF0000"/>
                </a:solidFill>
                <a:latin typeface="Tahoma" panose="020B0604030504040204" pitchFamily="34" charset="0"/>
              </a:rPr>
              <a:t>Katherine Compton</a:t>
            </a:r>
          </a:p>
          <a:p>
            <a:pPr algn="ctr"/>
            <a:r>
              <a:rPr lang="en-US" altLang="en-US">
                <a:solidFill>
                  <a:srgbClr val="FF0000"/>
                </a:solidFill>
                <a:latin typeface="Tahoma" panose="020B0604030504040204" pitchFamily="34" charset="0"/>
              </a:rPr>
              <a:t>Dept. of ECE</a:t>
            </a:r>
          </a:p>
          <a:p>
            <a:pPr algn="ctr"/>
            <a:r>
              <a:rPr lang="en-US" altLang="en-US">
                <a:solidFill>
                  <a:srgbClr val="FF0000"/>
                </a:solidFill>
                <a:latin typeface="Tahoma" panose="020B0604030504040204" pitchFamily="34" charset="0"/>
              </a:rPr>
              <a:t>UW-Madison</a:t>
            </a:r>
          </a:p>
        </p:txBody>
      </p:sp>
      <p:sp>
        <p:nvSpPr>
          <p:cNvPr id="2117" name="Text Box 69">
            <a:extLst>
              <a:ext uri="{FF2B5EF4-FFF2-40B4-BE49-F238E27FC236}">
                <a16:creationId xmlns:a16="http://schemas.microsoft.com/office/drawing/2014/main" id="{021BF905-0116-6F93-913B-012C076B73F5}"/>
              </a:ext>
            </a:extLst>
          </p:cNvPr>
          <p:cNvSpPr txBox="1">
            <a:spLocks noChangeArrowheads="1"/>
          </p:cNvSpPr>
          <p:nvPr/>
        </p:nvSpPr>
        <p:spPr bwMode="auto">
          <a:xfrm>
            <a:off x="990600" y="5715000"/>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http://www.ece.wisc.edu/%7Ekati/PresentationGuide.ppt</a:t>
            </a:r>
          </a:p>
        </p:txBody>
      </p:sp>
      <p:sp>
        <p:nvSpPr>
          <p:cNvPr id="2118" name="Text Box 70">
            <a:extLst>
              <a:ext uri="{FF2B5EF4-FFF2-40B4-BE49-F238E27FC236}">
                <a16:creationId xmlns:a16="http://schemas.microsoft.com/office/drawing/2014/main" id="{20E124DA-CFCB-2E25-0E8C-CB59AC1E8C5C}"/>
              </a:ext>
            </a:extLst>
          </p:cNvPr>
          <p:cNvSpPr txBox="1">
            <a:spLocks noChangeArrowheads="1"/>
          </p:cNvSpPr>
          <p:nvPr/>
        </p:nvSpPr>
        <p:spPr bwMode="auto">
          <a:xfrm>
            <a:off x="990600" y="6096000"/>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Modifications by Kia Bazargan, Univ. of Minnesota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43FB6A4-DE36-F9D8-9AD5-3519666B5A55}"/>
              </a:ext>
            </a:extLst>
          </p:cNvPr>
          <p:cNvSpPr>
            <a:spLocks noGrp="1"/>
          </p:cNvSpPr>
          <p:nvPr>
            <p:ph type="sldNum" sz="quarter" idx="12"/>
          </p:nvPr>
        </p:nvSpPr>
        <p:spPr/>
        <p:txBody>
          <a:bodyPr/>
          <a:lstStyle/>
          <a:p>
            <a:fld id="{1CB66F67-9A39-6F4D-9B82-129A9E7EB177}" type="slidenum">
              <a:rPr lang="en-US" altLang="en-US"/>
              <a:pPr/>
              <a:t>2</a:t>
            </a:fld>
            <a:endParaRPr lang="en-US" altLang="en-US"/>
          </a:p>
        </p:txBody>
      </p:sp>
      <p:sp>
        <p:nvSpPr>
          <p:cNvPr id="69641" name="Rectangle 9">
            <a:extLst>
              <a:ext uri="{FF2B5EF4-FFF2-40B4-BE49-F238E27FC236}">
                <a16:creationId xmlns:a16="http://schemas.microsoft.com/office/drawing/2014/main" id="{95776C0F-027B-5FAD-6DC0-1E754DEE3904}"/>
              </a:ext>
            </a:extLst>
          </p:cNvPr>
          <p:cNvSpPr>
            <a:spLocks noGrp="1" noChangeArrowheads="1"/>
          </p:cNvSpPr>
          <p:nvPr>
            <p:ph type="title"/>
          </p:nvPr>
        </p:nvSpPr>
        <p:spPr/>
        <p:txBody>
          <a:bodyPr/>
          <a:lstStyle/>
          <a:p>
            <a:r>
              <a:rPr lang="en-US" altLang="en-US"/>
              <a:t>Tips For Presenting</a:t>
            </a:r>
          </a:p>
        </p:txBody>
      </p:sp>
      <p:sp>
        <p:nvSpPr>
          <p:cNvPr id="69642" name="Rectangle 10">
            <a:extLst>
              <a:ext uri="{FF2B5EF4-FFF2-40B4-BE49-F238E27FC236}">
                <a16:creationId xmlns:a16="http://schemas.microsoft.com/office/drawing/2014/main" id="{6044895A-312F-26E3-FA17-ACB6D1D9618F}"/>
              </a:ext>
            </a:extLst>
          </p:cNvPr>
          <p:cNvSpPr>
            <a:spLocks noGrp="1" noChangeArrowheads="1"/>
          </p:cNvSpPr>
          <p:nvPr>
            <p:ph type="body" idx="1"/>
          </p:nvPr>
        </p:nvSpPr>
        <p:spPr/>
        <p:txBody>
          <a:bodyPr/>
          <a:lstStyle/>
          <a:p>
            <a:r>
              <a:rPr lang="en-US" altLang="en-US" sz="2800"/>
              <a:t>Part I: You!</a:t>
            </a:r>
          </a:p>
          <a:p>
            <a:pPr lvl="1"/>
            <a:r>
              <a:rPr lang="en-US" altLang="en-US" sz="2400"/>
              <a:t>Attitude, habits, do’s and don’ts</a:t>
            </a:r>
          </a:p>
          <a:p>
            <a:pPr lvl="1"/>
            <a:r>
              <a:rPr lang="en-US" altLang="en-US" sz="2400"/>
              <a:t>Practice, practice, practice</a:t>
            </a:r>
          </a:p>
          <a:p>
            <a:r>
              <a:rPr lang="en-US" altLang="en-US" sz="2800"/>
              <a:t>Part II: flow of the presentation</a:t>
            </a:r>
          </a:p>
          <a:p>
            <a:pPr lvl="1"/>
            <a:r>
              <a:rPr lang="en-US" altLang="en-US" sz="2400"/>
              <a:t>Logical ordering of material</a:t>
            </a:r>
          </a:p>
          <a:p>
            <a:pPr lvl="1"/>
            <a:r>
              <a:rPr lang="en-US" altLang="en-US" sz="2400"/>
              <a:t>Audience, audience, audience</a:t>
            </a:r>
          </a:p>
          <a:p>
            <a:pPr lvl="1"/>
            <a:r>
              <a:rPr lang="en-US" altLang="en-US" sz="2400"/>
              <a:t>Revise, revise, revise</a:t>
            </a:r>
          </a:p>
          <a:p>
            <a:r>
              <a:rPr lang="en-US" altLang="en-US" sz="2800"/>
              <a:t>Part III: Slide formats</a:t>
            </a:r>
          </a:p>
          <a:p>
            <a:pPr lvl="1"/>
            <a:r>
              <a:rPr lang="en-US" altLang="en-US" sz="2400"/>
              <a:t>Best format for each topic</a:t>
            </a:r>
          </a:p>
          <a:p>
            <a:pPr lvl="1"/>
            <a:r>
              <a:rPr lang="en-US" altLang="en-US" sz="2400"/>
              <a:t>Graphs, text, animation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Rectangle 4">
            <a:extLst>
              <a:ext uri="{FF2B5EF4-FFF2-40B4-BE49-F238E27FC236}">
                <a16:creationId xmlns:a16="http://schemas.microsoft.com/office/drawing/2014/main" id="{9A33C790-0663-E337-D06F-731D92F8BEB0}"/>
              </a:ext>
            </a:extLst>
          </p:cNvPr>
          <p:cNvSpPr>
            <a:spLocks noGrp="1" noChangeArrowheads="1"/>
          </p:cNvSpPr>
          <p:nvPr>
            <p:ph type="ctrTitle"/>
          </p:nvPr>
        </p:nvSpPr>
        <p:spPr/>
        <p:txBody>
          <a:bodyPr/>
          <a:lstStyle/>
          <a:p>
            <a:r>
              <a:rPr lang="en-US" altLang="en-US"/>
              <a:t>Part I: YOU!</a:t>
            </a:r>
          </a:p>
        </p:txBody>
      </p:sp>
      <p:sp>
        <p:nvSpPr>
          <p:cNvPr id="122885" name="Rectangle 5">
            <a:extLst>
              <a:ext uri="{FF2B5EF4-FFF2-40B4-BE49-F238E27FC236}">
                <a16:creationId xmlns:a16="http://schemas.microsoft.com/office/drawing/2014/main" id="{B7F51ADD-6AE1-E321-F41E-EFCCE89539B6}"/>
              </a:ext>
            </a:extLst>
          </p:cNvPr>
          <p:cNvSpPr>
            <a:spLocks noGrp="1" noChangeArrowheads="1"/>
          </p:cNvSpPr>
          <p:nvPr>
            <p:ph type="subTitle" idx="1"/>
          </p:nvPr>
        </p:nvSpPr>
        <p:spPr/>
        <p:txBody>
          <a:bodyPr/>
          <a:lstStyle/>
          <a:p>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8E451AB-9C70-5A13-3AD4-FEDD6EB68931}"/>
              </a:ext>
            </a:extLst>
          </p:cNvPr>
          <p:cNvSpPr>
            <a:spLocks noGrp="1"/>
          </p:cNvSpPr>
          <p:nvPr>
            <p:ph type="sldNum" sz="quarter" idx="12"/>
          </p:nvPr>
        </p:nvSpPr>
        <p:spPr/>
        <p:txBody>
          <a:bodyPr/>
          <a:lstStyle/>
          <a:p>
            <a:fld id="{F5ADB74A-7104-9D4E-A5AD-63A4BCE3A1FD}" type="slidenum">
              <a:rPr lang="en-US" altLang="en-US"/>
              <a:pPr/>
              <a:t>4</a:t>
            </a:fld>
            <a:endParaRPr lang="en-US" altLang="en-US"/>
          </a:p>
        </p:txBody>
      </p:sp>
      <p:sp>
        <p:nvSpPr>
          <p:cNvPr id="112642" name="Rectangle 2">
            <a:extLst>
              <a:ext uri="{FF2B5EF4-FFF2-40B4-BE49-F238E27FC236}">
                <a16:creationId xmlns:a16="http://schemas.microsoft.com/office/drawing/2014/main" id="{D167E40A-AD5C-9922-DA66-018043927EC8}"/>
              </a:ext>
            </a:extLst>
          </p:cNvPr>
          <p:cNvSpPr>
            <a:spLocks noGrp="1" noChangeArrowheads="1"/>
          </p:cNvSpPr>
          <p:nvPr>
            <p:ph type="title"/>
          </p:nvPr>
        </p:nvSpPr>
        <p:spPr/>
        <p:txBody>
          <a:bodyPr/>
          <a:lstStyle/>
          <a:p>
            <a:r>
              <a:rPr lang="en-US" altLang="en-US"/>
              <a:t>Powerpoint Addiction</a:t>
            </a:r>
          </a:p>
        </p:txBody>
      </p:sp>
      <p:sp>
        <p:nvSpPr>
          <p:cNvPr id="112643" name="Rectangle 3">
            <a:extLst>
              <a:ext uri="{FF2B5EF4-FFF2-40B4-BE49-F238E27FC236}">
                <a16:creationId xmlns:a16="http://schemas.microsoft.com/office/drawing/2014/main" id="{55EF65A9-CA7D-7BA1-6B07-039C1D8B6C6C}"/>
              </a:ext>
            </a:extLst>
          </p:cNvPr>
          <p:cNvSpPr>
            <a:spLocks noGrp="1" noChangeArrowheads="1"/>
          </p:cNvSpPr>
          <p:nvPr>
            <p:ph type="body" idx="1"/>
          </p:nvPr>
        </p:nvSpPr>
        <p:spPr/>
        <p:txBody>
          <a:bodyPr/>
          <a:lstStyle/>
          <a:p>
            <a:r>
              <a:rPr lang="en-US" altLang="en-US"/>
              <a:t>YOU are the presentation, not the slides!</a:t>
            </a:r>
          </a:p>
          <a:p>
            <a:r>
              <a:rPr lang="en-US" altLang="en-US"/>
              <a:t>Don’t just read off your slides</a:t>
            </a:r>
          </a:p>
          <a:p>
            <a:r>
              <a:rPr lang="en-US" altLang="en-US"/>
              <a:t>Engage the audience</a:t>
            </a:r>
          </a:p>
          <a:p>
            <a:pPr lvl="1"/>
            <a:r>
              <a:rPr lang="en-US" altLang="en-US"/>
              <a:t>Look at them</a:t>
            </a:r>
          </a:p>
          <a:p>
            <a:pPr lvl="1"/>
            <a:r>
              <a:rPr lang="en-US" altLang="en-US"/>
              <a:t>Point at things</a:t>
            </a:r>
          </a:p>
          <a:p>
            <a:pPr lvl="1"/>
            <a:r>
              <a:rPr lang="en-US" altLang="en-US"/>
              <a:t>Modulate your voice</a:t>
            </a:r>
          </a:p>
        </p:txBody>
      </p:sp>
      <p:pic>
        <p:nvPicPr>
          <p:cNvPr id="112644" name="Picture 4">
            <a:extLst>
              <a:ext uri="{FF2B5EF4-FFF2-40B4-BE49-F238E27FC236}">
                <a16:creationId xmlns:a16="http://schemas.microsoft.com/office/drawing/2014/main" id="{A5E36446-0D7B-111F-8FBF-1558A97A76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3751" t="30000" b="22221"/>
          <a:stretch>
            <a:fillRect/>
          </a:stretch>
        </p:blipFill>
        <p:spPr bwMode="auto">
          <a:xfrm>
            <a:off x="4724400" y="4572000"/>
            <a:ext cx="3810000" cy="183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B475AB6-DF00-E1BC-C41C-8475D6B126C9}"/>
              </a:ext>
            </a:extLst>
          </p:cNvPr>
          <p:cNvSpPr>
            <a:spLocks noGrp="1"/>
          </p:cNvSpPr>
          <p:nvPr>
            <p:ph type="sldNum" sz="quarter" idx="12"/>
          </p:nvPr>
        </p:nvSpPr>
        <p:spPr/>
        <p:txBody>
          <a:bodyPr/>
          <a:lstStyle/>
          <a:p>
            <a:fld id="{A3376CB2-2C42-EE4A-9051-71957C4F9D13}" type="slidenum">
              <a:rPr lang="en-US" altLang="en-US"/>
              <a:pPr/>
              <a:t>5</a:t>
            </a:fld>
            <a:endParaRPr lang="en-US" altLang="en-US"/>
          </a:p>
        </p:txBody>
      </p:sp>
      <p:pic>
        <p:nvPicPr>
          <p:cNvPr id="11268" name="Picture 4">
            <a:extLst>
              <a:ext uri="{FF2B5EF4-FFF2-40B4-BE49-F238E27FC236}">
                <a16:creationId xmlns:a16="http://schemas.microsoft.com/office/drawing/2014/main" id="{E3DA6D94-7D0A-4750-E297-815D4EAD4F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374775"/>
            <a:ext cx="4114800"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6" name="Rectangle 2">
            <a:extLst>
              <a:ext uri="{FF2B5EF4-FFF2-40B4-BE49-F238E27FC236}">
                <a16:creationId xmlns:a16="http://schemas.microsoft.com/office/drawing/2014/main" id="{FD17E94C-72A7-6F12-DC48-99B2F3CA8C4D}"/>
              </a:ext>
            </a:extLst>
          </p:cNvPr>
          <p:cNvSpPr>
            <a:spLocks noGrp="1" noChangeArrowheads="1"/>
          </p:cNvSpPr>
          <p:nvPr>
            <p:ph type="title"/>
          </p:nvPr>
        </p:nvSpPr>
        <p:spPr/>
        <p:txBody>
          <a:bodyPr/>
          <a:lstStyle/>
          <a:p>
            <a:r>
              <a:rPr lang="en-US" altLang="en-US"/>
              <a:t>Dead Man Talking</a:t>
            </a:r>
          </a:p>
        </p:txBody>
      </p:sp>
      <p:sp>
        <p:nvSpPr>
          <p:cNvPr id="11267" name="Rectangle 3">
            <a:extLst>
              <a:ext uri="{FF2B5EF4-FFF2-40B4-BE49-F238E27FC236}">
                <a16:creationId xmlns:a16="http://schemas.microsoft.com/office/drawing/2014/main" id="{10A99E8A-9447-3C0B-5A6C-A2EB826E722B}"/>
              </a:ext>
            </a:extLst>
          </p:cNvPr>
          <p:cNvSpPr>
            <a:spLocks noGrp="1" noChangeArrowheads="1"/>
          </p:cNvSpPr>
          <p:nvPr>
            <p:ph type="body" idx="1"/>
          </p:nvPr>
        </p:nvSpPr>
        <p:spPr/>
        <p:txBody>
          <a:bodyPr/>
          <a:lstStyle/>
          <a:p>
            <a:pPr>
              <a:lnSpc>
                <a:spcPct val="90000"/>
              </a:lnSpc>
            </a:pPr>
            <a:r>
              <a:rPr lang="en-US" altLang="en-US" sz="2800"/>
              <a:t>Are you staring…</a:t>
            </a:r>
          </a:p>
          <a:p>
            <a:pPr lvl="1">
              <a:lnSpc>
                <a:spcPct val="90000"/>
              </a:lnSpc>
            </a:pPr>
            <a:r>
              <a:rPr lang="en-US" altLang="en-US" sz="2400"/>
              <a:t>at your advisor/boss?</a:t>
            </a:r>
          </a:p>
          <a:p>
            <a:pPr lvl="1">
              <a:lnSpc>
                <a:spcPct val="90000"/>
              </a:lnSpc>
            </a:pPr>
            <a:r>
              <a:rPr lang="en-US" altLang="en-US" sz="2400"/>
              <a:t>at your laptop?</a:t>
            </a:r>
          </a:p>
          <a:p>
            <a:pPr lvl="1">
              <a:lnSpc>
                <a:spcPct val="90000"/>
              </a:lnSpc>
            </a:pPr>
            <a:r>
              <a:rPr lang="en-US" altLang="en-US" sz="2400"/>
              <a:t>at the screen?</a:t>
            </a:r>
          </a:p>
          <a:p>
            <a:pPr>
              <a:lnSpc>
                <a:spcPct val="90000"/>
              </a:lnSpc>
            </a:pPr>
            <a:r>
              <a:rPr lang="en-US" altLang="en-US" sz="2800"/>
              <a:t>Are you hiding</a:t>
            </a:r>
            <a:br>
              <a:rPr lang="en-US" altLang="en-US" sz="2800"/>
            </a:br>
            <a:r>
              <a:rPr lang="en-US" altLang="en-US" sz="2800"/>
              <a:t>behind the podium?</a:t>
            </a:r>
          </a:p>
          <a:p>
            <a:pPr>
              <a:lnSpc>
                <a:spcPct val="90000"/>
              </a:lnSpc>
            </a:pPr>
            <a:r>
              <a:rPr lang="en-US" altLang="en-US" sz="2800"/>
              <a:t>Are your hands/face</a:t>
            </a:r>
            <a:br>
              <a:rPr lang="en-US" altLang="en-US" sz="2800"/>
            </a:br>
            <a:r>
              <a:rPr lang="en-US" altLang="en-US" sz="2800"/>
              <a:t>motionless?</a:t>
            </a:r>
          </a:p>
          <a:p>
            <a:pPr>
              <a:lnSpc>
                <a:spcPct val="90000"/>
              </a:lnSpc>
            </a:pPr>
            <a:endParaRPr lang="en-US" altLang="en-US" sz="2800"/>
          </a:p>
          <a:p>
            <a:pPr>
              <a:lnSpc>
                <a:spcPct val="90000"/>
              </a:lnSpc>
            </a:pPr>
            <a:endParaRPr lang="en-US" altLang="en-US" sz="2800"/>
          </a:p>
          <a:p>
            <a:pPr>
              <a:lnSpc>
                <a:spcPct val="90000"/>
              </a:lnSpc>
            </a:pPr>
            <a:r>
              <a:rPr lang="en-US" altLang="en-US" sz="2800"/>
              <a:t>IF SO… you’re probably BORING!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CA7DB9C5-4BF7-A128-7503-0EE44FDC728A}"/>
              </a:ext>
            </a:extLst>
          </p:cNvPr>
          <p:cNvSpPr>
            <a:spLocks noGrp="1"/>
          </p:cNvSpPr>
          <p:nvPr>
            <p:ph type="sldNum" sz="quarter" idx="12"/>
          </p:nvPr>
        </p:nvSpPr>
        <p:spPr/>
        <p:txBody>
          <a:bodyPr/>
          <a:lstStyle/>
          <a:p>
            <a:fld id="{A1040685-0F54-EC49-B1D2-853C4CE1C319}" type="slidenum">
              <a:rPr lang="en-US" altLang="en-US"/>
              <a:pPr/>
              <a:t>6</a:t>
            </a:fld>
            <a:endParaRPr lang="en-US" altLang="en-US"/>
          </a:p>
        </p:txBody>
      </p:sp>
      <p:sp>
        <p:nvSpPr>
          <p:cNvPr id="13314" name="Rectangle 2">
            <a:extLst>
              <a:ext uri="{FF2B5EF4-FFF2-40B4-BE49-F238E27FC236}">
                <a16:creationId xmlns:a16="http://schemas.microsoft.com/office/drawing/2014/main" id="{98481395-FFC3-7B00-82B9-6592267B9902}"/>
              </a:ext>
            </a:extLst>
          </p:cNvPr>
          <p:cNvSpPr>
            <a:spLocks noGrp="1" noChangeArrowheads="1"/>
          </p:cNvSpPr>
          <p:nvPr>
            <p:ph type="title"/>
          </p:nvPr>
        </p:nvSpPr>
        <p:spPr/>
        <p:txBody>
          <a:bodyPr/>
          <a:lstStyle/>
          <a:p>
            <a:r>
              <a:rPr lang="en-US" altLang="en-US"/>
              <a:t>Is This Thing On &lt;tap tap&gt;? </a:t>
            </a:r>
          </a:p>
        </p:txBody>
      </p:sp>
      <p:sp>
        <p:nvSpPr>
          <p:cNvPr id="13315" name="Rectangle 3">
            <a:extLst>
              <a:ext uri="{FF2B5EF4-FFF2-40B4-BE49-F238E27FC236}">
                <a16:creationId xmlns:a16="http://schemas.microsoft.com/office/drawing/2014/main" id="{C10BCEE6-2ECD-71DA-2746-2AF64338B685}"/>
              </a:ext>
            </a:extLst>
          </p:cNvPr>
          <p:cNvSpPr>
            <a:spLocks noGrp="1" noChangeArrowheads="1"/>
          </p:cNvSpPr>
          <p:nvPr>
            <p:ph type="body" idx="1"/>
          </p:nvPr>
        </p:nvSpPr>
        <p:spPr/>
        <p:txBody>
          <a:bodyPr/>
          <a:lstStyle/>
          <a:p>
            <a:r>
              <a:rPr lang="en-US" altLang="en-US"/>
              <a:t>Feedback kills people!</a:t>
            </a:r>
          </a:p>
          <a:p>
            <a:r>
              <a:rPr lang="en-US" altLang="en-US"/>
              <a:t>Microphone: middle of your chest</a:t>
            </a:r>
          </a:p>
          <a:p>
            <a:pPr lvl="1"/>
            <a:r>
              <a:rPr lang="en-US" altLang="en-US"/>
              <a:t>Not 2mm from your mouth</a:t>
            </a:r>
          </a:p>
          <a:p>
            <a:r>
              <a:rPr lang="en-US" altLang="en-US"/>
              <a:t>Modulate your voice </a:t>
            </a:r>
            <a:r>
              <a:rPr lang="en-US" altLang="en-US" u="sng"/>
              <a:t>evenly</a:t>
            </a:r>
          </a:p>
        </p:txBody>
      </p:sp>
      <p:pic>
        <p:nvPicPr>
          <p:cNvPr id="13316" name="Picture 4">
            <a:extLst>
              <a:ext uri="{FF2B5EF4-FFF2-40B4-BE49-F238E27FC236}">
                <a16:creationId xmlns:a16="http://schemas.microsoft.com/office/drawing/2014/main" id="{EEE6AB86-2A81-E1D9-87DA-0DD9D9AD0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4191000"/>
            <a:ext cx="257175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400A04E-25BA-3617-3AE3-1C720145ECDB}"/>
              </a:ext>
            </a:extLst>
          </p:cNvPr>
          <p:cNvSpPr>
            <a:spLocks noGrp="1"/>
          </p:cNvSpPr>
          <p:nvPr>
            <p:ph type="sldNum" sz="quarter" idx="12"/>
          </p:nvPr>
        </p:nvSpPr>
        <p:spPr/>
        <p:txBody>
          <a:bodyPr/>
          <a:lstStyle/>
          <a:p>
            <a:fld id="{E991CF2B-5469-A540-97FF-5C316398887C}" type="slidenum">
              <a:rPr lang="en-US" altLang="en-US"/>
              <a:pPr/>
              <a:t>7</a:t>
            </a:fld>
            <a:endParaRPr lang="en-US" altLang="en-US"/>
          </a:p>
        </p:txBody>
      </p:sp>
      <p:sp>
        <p:nvSpPr>
          <p:cNvPr id="19458" name="Rectangle 2">
            <a:extLst>
              <a:ext uri="{FF2B5EF4-FFF2-40B4-BE49-F238E27FC236}">
                <a16:creationId xmlns:a16="http://schemas.microsoft.com/office/drawing/2014/main" id="{06A644CE-BE5F-1A9A-4DFD-0AC25BDD564E}"/>
              </a:ext>
            </a:extLst>
          </p:cNvPr>
          <p:cNvSpPr>
            <a:spLocks noGrp="1" noChangeArrowheads="1"/>
          </p:cNvSpPr>
          <p:nvPr>
            <p:ph type="title"/>
          </p:nvPr>
        </p:nvSpPr>
        <p:spPr/>
        <p:txBody>
          <a:bodyPr/>
          <a:lstStyle/>
          <a:p>
            <a:r>
              <a:rPr lang="en-US" altLang="en-US"/>
              <a:t>Your “Moves”</a:t>
            </a:r>
          </a:p>
        </p:txBody>
      </p:sp>
      <p:sp>
        <p:nvSpPr>
          <p:cNvPr id="19459" name="Rectangle 3">
            <a:extLst>
              <a:ext uri="{FF2B5EF4-FFF2-40B4-BE49-F238E27FC236}">
                <a16:creationId xmlns:a16="http://schemas.microsoft.com/office/drawing/2014/main" id="{9E688419-6A7A-0648-BB87-E93C5661FFB2}"/>
              </a:ext>
            </a:extLst>
          </p:cNvPr>
          <p:cNvSpPr>
            <a:spLocks noGrp="1" noChangeArrowheads="1"/>
          </p:cNvSpPr>
          <p:nvPr>
            <p:ph type="body" idx="1"/>
          </p:nvPr>
        </p:nvSpPr>
        <p:spPr>
          <a:xfrm>
            <a:off x="381000" y="1447800"/>
            <a:ext cx="7924800" cy="4953000"/>
          </a:xfrm>
        </p:spPr>
        <p:txBody>
          <a:bodyPr/>
          <a:lstStyle/>
          <a:p>
            <a:r>
              <a:rPr lang="en-US" altLang="en-US"/>
              <a:t>You have a set of “moves”</a:t>
            </a:r>
            <a:br>
              <a:rPr lang="en-US" altLang="en-US"/>
            </a:br>
            <a:r>
              <a:rPr lang="en-US" altLang="en-US"/>
              <a:t>that repeat during your talk</a:t>
            </a:r>
          </a:p>
          <a:p>
            <a:r>
              <a:rPr lang="en-US" altLang="en-US"/>
              <a:t>Do a practice for friends</a:t>
            </a:r>
          </a:p>
          <a:p>
            <a:pPr lvl="1"/>
            <a:r>
              <a:rPr lang="en-US" altLang="en-US"/>
              <a:t>Make sure they’re not too nice</a:t>
            </a:r>
          </a:p>
          <a:p>
            <a:r>
              <a:rPr lang="en-US" altLang="en-US"/>
              <a:t>What are your hand gestures?</a:t>
            </a:r>
          </a:p>
          <a:p>
            <a:pPr lvl="1"/>
            <a:r>
              <a:rPr lang="en-US" altLang="en-US"/>
              <a:t>Make sure they aren’t</a:t>
            </a:r>
            <a:br>
              <a:rPr lang="en-US" altLang="en-US"/>
            </a:br>
            <a:r>
              <a:rPr lang="en-US" altLang="en-US"/>
              <a:t>silly looking</a:t>
            </a:r>
          </a:p>
          <a:p>
            <a:pPr lvl="1"/>
            <a:r>
              <a:rPr lang="en-US" altLang="en-US"/>
              <a:t>Don’t point with you</a:t>
            </a:r>
            <a:br>
              <a:rPr lang="en-US" altLang="en-US"/>
            </a:br>
            <a:r>
              <a:rPr lang="en-US" altLang="en-US"/>
              <a:t>middle finger</a:t>
            </a:r>
          </a:p>
        </p:txBody>
      </p:sp>
      <p:pic>
        <p:nvPicPr>
          <p:cNvPr id="19464" name="Picture 8">
            <a:extLst>
              <a:ext uri="{FF2B5EF4-FFF2-40B4-BE49-F238E27FC236}">
                <a16:creationId xmlns:a16="http://schemas.microsoft.com/office/drawing/2014/main" id="{6F20A17D-5F07-2387-7B23-34F74B82D570}"/>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4191000"/>
            <a:ext cx="3352800" cy="2235200"/>
          </a:xfrm>
          <a:prstGeom prst="rect">
            <a:avLst/>
          </a:prstGeom>
          <a:noFill/>
          <a:extLst>
            <a:ext uri="{909E8E84-426E-40DD-AFC4-6F175D3DCCD1}">
              <a14:hiddenFill xmlns:a14="http://schemas.microsoft.com/office/drawing/2010/main">
                <a:solidFill>
                  <a:srgbClr val="FFFFFF"/>
                </a:solidFill>
              </a14:hiddenFill>
            </a:ext>
          </a:extLst>
        </p:spPr>
      </p:pic>
      <p:sp>
        <p:nvSpPr>
          <p:cNvPr id="19465" name="Text Box 9">
            <a:extLst>
              <a:ext uri="{FF2B5EF4-FFF2-40B4-BE49-F238E27FC236}">
                <a16:creationId xmlns:a16="http://schemas.microsoft.com/office/drawing/2014/main" id="{B35154A7-2972-3AE8-CC5D-296A94F7B0FF}"/>
              </a:ext>
            </a:extLst>
          </p:cNvPr>
          <p:cNvSpPr txBox="1">
            <a:spLocks noChangeArrowheads="1"/>
          </p:cNvSpPr>
          <p:nvPr/>
        </p:nvSpPr>
        <p:spPr bwMode="auto">
          <a:xfrm>
            <a:off x="6858000" y="35052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en-US" sz="1800"/>
              <a:t>From the movie“Hitch”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nodeType="afterEffect">
                                  <p:stCondLst>
                                    <p:cond delay="11000"/>
                                  </p:stCondLst>
                                  <p:childTnLst>
                                    <p:set>
                                      <p:cBhvr>
                                        <p:cTn id="6" dur="1" fill="hold">
                                          <p:stCondLst>
                                            <p:cond delay="0"/>
                                          </p:stCondLst>
                                        </p:cTn>
                                        <p:tgtEl>
                                          <p:spTgt spid="194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36ABDBB-9AD7-97AF-FC4A-97E4255BFE34}"/>
              </a:ext>
            </a:extLst>
          </p:cNvPr>
          <p:cNvSpPr>
            <a:spLocks noGrp="1"/>
          </p:cNvSpPr>
          <p:nvPr>
            <p:ph type="sldNum" sz="quarter" idx="12"/>
          </p:nvPr>
        </p:nvSpPr>
        <p:spPr/>
        <p:txBody>
          <a:bodyPr/>
          <a:lstStyle/>
          <a:p>
            <a:fld id="{475BAD7C-B152-884F-B6CA-382E532E2DFB}" type="slidenum">
              <a:rPr lang="en-US" altLang="en-US"/>
              <a:pPr/>
              <a:t>8</a:t>
            </a:fld>
            <a:endParaRPr lang="en-US" altLang="en-US"/>
          </a:p>
        </p:txBody>
      </p:sp>
      <p:pic>
        <p:nvPicPr>
          <p:cNvPr id="16388" name="Picture 4">
            <a:extLst>
              <a:ext uri="{FF2B5EF4-FFF2-40B4-BE49-F238E27FC236}">
                <a16:creationId xmlns:a16="http://schemas.microsoft.com/office/drawing/2014/main" id="{6132C04B-C63A-BB4A-1EE4-A65A1F98E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0"/>
            <a:ext cx="10287000" cy="922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6" name="Rectangle 2">
            <a:extLst>
              <a:ext uri="{FF2B5EF4-FFF2-40B4-BE49-F238E27FC236}">
                <a16:creationId xmlns:a16="http://schemas.microsoft.com/office/drawing/2014/main" id="{36BA4444-DE48-EF59-CF5C-BFA044F4EFEA}"/>
              </a:ext>
            </a:extLst>
          </p:cNvPr>
          <p:cNvSpPr>
            <a:spLocks noGrp="1" noChangeArrowheads="1"/>
          </p:cNvSpPr>
          <p:nvPr>
            <p:ph type="title"/>
          </p:nvPr>
        </p:nvSpPr>
        <p:spPr>
          <a:xfrm>
            <a:off x="609600" y="-76200"/>
            <a:ext cx="7924800" cy="1143000"/>
          </a:xfrm>
        </p:spPr>
        <p:txBody>
          <a:bodyPr/>
          <a:lstStyle/>
          <a:p>
            <a:r>
              <a:rPr lang="en-US" altLang="en-US">
                <a:solidFill>
                  <a:schemeClr val="bg1"/>
                </a:solidFill>
              </a:rPr>
              <a:t>Common Laser Pointer Moves</a:t>
            </a:r>
          </a:p>
        </p:txBody>
      </p:sp>
      <p:sp>
        <p:nvSpPr>
          <p:cNvPr id="16387" name="Rectangle 3">
            <a:extLst>
              <a:ext uri="{FF2B5EF4-FFF2-40B4-BE49-F238E27FC236}">
                <a16:creationId xmlns:a16="http://schemas.microsoft.com/office/drawing/2014/main" id="{93096930-DED1-1DCF-9234-8D114E6B1E97}"/>
              </a:ext>
            </a:extLst>
          </p:cNvPr>
          <p:cNvSpPr>
            <a:spLocks noGrp="1" noChangeArrowheads="1"/>
          </p:cNvSpPr>
          <p:nvPr>
            <p:ph type="body" idx="1"/>
          </p:nvPr>
        </p:nvSpPr>
        <p:spPr>
          <a:xfrm>
            <a:off x="609600" y="1066800"/>
            <a:ext cx="7924800" cy="4800600"/>
          </a:xfrm>
        </p:spPr>
        <p:txBody>
          <a:bodyPr/>
          <a:lstStyle/>
          <a:p>
            <a:r>
              <a:rPr lang="en-US" altLang="en-US">
                <a:solidFill>
                  <a:schemeClr val="bg1"/>
                </a:solidFill>
              </a:rPr>
              <a:t>The circle, the underline</a:t>
            </a:r>
          </a:p>
          <a:p>
            <a:r>
              <a:rPr lang="en-US" altLang="en-US">
                <a:solidFill>
                  <a:schemeClr val="bg1"/>
                </a:solidFill>
              </a:rPr>
              <a:t>DO NOT POINT AT EVERYTHING</a:t>
            </a:r>
          </a:p>
          <a:p>
            <a:r>
              <a:rPr lang="en-US" altLang="en-US">
                <a:solidFill>
                  <a:schemeClr val="bg1"/>
                </a:solidFill>
              </a:rPr>
              <a:t>DO NOT POINT AT AUDIENCE!!!</a:t>
            </a:r>
          </a:p>
          <a:p>
            <a:r>
              <a:rPr lang="en-US" altLang="en-US">
                <a:solidFill>
                  <a:schemeClr val="bg1"/>
                </a:solidFill>
              </a:rPr>
              <a:t>Don’t point at your laptop screen</a:t>
            </a:r>
          </a:p>
          <a:p>
            <a:pPr lvl="1"/>
            <a:r>
              <a:rPr lang="en-US" altLang="en-US">
                <a:solidFill>
                  <a:schemeClr val="bg1"/>
                </a:solidFill>
              </a:rPr>
              <a:t>They can’t see it</a:t>
            </a:r>
          </a:p>
        </p:txBody>
      </p:sp>
      <p:sp>
        <p:nvSpPr>
          <p:cNvPr id="16389" name="Line 5">
            <a:extLst>
              <a:ext uri="{FF2B5EF4-FFF2-40B4-BE49-F238E27FC236}">
                <a16:creationId xmlns:a16="http://schemas.microsoft.com/office/drawing/2014/main" id="{F79B7382-D73F-582F-7B5D-3AAB3221D296}"/>
              </a:ext>
            </a:extLst>
          </p:cNvPr>
          <p:cNvSpPr>
            <a:spLocks noChangeShapeType="1"/>
          </p:cNvSpPr>
          <p:nvPr/>
        </p:nvSpPr>
        <p:spPr bwMode="auto">
          <a:xfrm>
            <a:off x="152400" y="990600"/>
            <a:ext cx="8686800"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2399740-0D4D-B978-7FE3-DDF32009DAA4}"/>
              </a:ext>
            </a:extLst>
          </p:cNvPr>
          <p:cNvSpPr>
            <a:spLocks noGrp="1"/>
          </p:cNvSpPr>
          <p:nvPr>
            <p:ph type="sldNum" sz="quarter" idx="12"/>
          </p:nvPr>
        </p:nvSpPr>
        <p:spPr/>
        <p:txBody>
          <a:bodyPr/>
          <a:lstStyle/>
          <a:p>
            <a:fld id="{D7BB0781-867D-504F-BC11-4F7061194987}" type="slidenum">
              <a:rPr lang="en-US" altLang="en-US"/>
              <a:pPr/>
              <a:t>9</a:t>
            </a:fld>
            <a:endParaRPr lang="en-US" altLang="en-US"/>
          </a:p>
        </p:txBody>
      </p:sp>
      <p:sp>
        <p:nvSpPr>
          <p:cNvPr id="17410" name="Rectangle 2">
            <a:extLst>
              <a:ext uri="{FF2B5EF4-FFF2-40B4-BE49-F238E27FC236}">
                <a16:creationId xmlns:a16="http://schemas.microsoft.com/office/drawing/2014/main" id="{634DCA01-1651-06CF-90CB-F3AEB5965377}"/>
              </a:ext>
            </a:extLst>
          </p:cNvPr>
          <p:cNvSpPr>
            <a:spLocks noGrp="1" noChangeArrowheads="1"/>
          </p:cNvSpPr>
          <p:nvPr>
            <p:ph type="title"/>
          </p:nvPr>
        </p:nvSpPr>
        <p:spPr/>
        <p:txBody>
          <a:bodyPr/>
          <a:lstStyle/>
          <a:p>
            <a:r>
              <a:rPr lang="en-US" altLang="en-US"/>
              <a:t>Ummmm… The… Uh… Yeah.</a:t>
            </a:r>
          </a:p>
        </p:txBody>
      </p:sp>
      <p:sp>
        <p:nvSpPr>
          <p:cNvPr id="17411" name="Rectangle 3">
            <a:extLst>
              <a:ext uri="{FF2B5EF4-FFF2-40B4-BE49-F238E27FC236}">
                <a16:creationId xmlns:a16="http://schemas.microsoft.com/office/drawing/2014/main" id="{A16D52EB-1C84-F78E-1992-1E7D7BDDB64F}"/>
              </a:ext>
            </a:extLst>
          </p:cNvPr>
          <p:cNvSpPr>
            <a:spLocks noGrp="1" noChangeArrowheads="1"/>
          </p:cNvSpPr>
          <p:nvPr>
            <p:ph type="body" idx="1"/>
          </p:nvPr>
        </p:nvSpPr>
        <p:spPr/>
        <p:txBody>
          <a:bodyPr/>
          <a:lstStyle/>
          <a:p>
            <a:r>
              <a:rPr lang="en-US" altLang="en-US"/>
              <a:t>Practice makes perfect</a:t>
            </a:r>
          </a:p>
          <a:p>
            <a:endParaRPr lang="en-US" altLang="en-US"/>
          </a:p>
          <a:p>
            <a:r>
              <a:rPr lang="en-US" altLang="en-US"/>
              <a:t>Do not read your slides like a script</a:t>
            </a:r>
          </a:p>
          <a:p>
            <a:endParaRPr lang="en-US" altLang="en-US"/>
          </a:p>
          <a:p>
            <a:r>
              <a:rPr lang="en-US" altLang="en-US"/>
              <a:t>Most people lose 20 IQ points in front of an audience</a:t>
            </a:r>
          </a:p>
        </p:txBody>
      </p:sp>
      <p:pic>
        <p:nvPicPr>
          <p:cNvPr id="17412" name="Picture 4">
            <a:extLst>
              <a:ext uri="{FF2B5EF4-FFF2-40B4-BE49-F238E27FC236}">
                <a16:creationId xmlns:a16="http://schemas.microsoft.com/office/drawing/2014/main" id="{2A9B26F5-435D-E02A-231C-EBB9D0BAE86F}"/>
              </a:ext>
            </a:extLst>
          </p:cNvPr>
          <p:cNvPicPr>
            <a:picLocks noGrp="1" noChangeAspect="1" noChangeArrowheads="1" noCrop="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3581400" y="4435475"/>
            <a:ext cx="2057400" cy="1965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D566BED-6CC7-7B46-0102-62B2E55FCDD4}"/>
              </a:ext>
            </a:extLst>
          </p:cNvPr>
          <p:cNvSpPr>
            <a:spLocks noGrp="1"/>
          </p:cNvSpPr>
          <p:nvPr>
            <p:ph type="sldNum" sz="quarter" idx="12"/>
          </p:nvPr>
        </p:nvSpPr>
        <p:spPr/>
        <p:txBody>
          <a:bodyPr/>
          <a:lstStyle/>
          <a:p>
            <a:fld id="{9AF0F3DE-41CE-1540-BF62-2D18F39B73BF}" type="slidenum">
              <a:rPr lang="en-US" altLang="en-US"/>
              <a:pPr/>
              <a:t>10</a:t>
            </a:fld>
            <a:endParaRPr lang="en-US" altLang="en-US"/>
          </a:p>
        </p:txBody>
      </p:sp>
      <p:sp>
        <p:nvSpPr>
          <p:cNvPr id="113666" name="Rectangle 2">
            <a:extLst>
              <a:ext uri="{FF2B5EF4-FFF2-40B4-BE49-F238E27FC236}">
                <a16:creationId xmlns:a16="http://schemas.microsoft.com/office/drawing/2014/main" id="{82DA23D1-100F-726E-2580-8361E65DBD2B}"/>
              </a:ext>
            </a:extLst>
          </p:cNvPr>
          <p:cNvSpPr>
            <a:spLocks noGrp="1" noChangeArrowheads="1"/>
          </p:cNvSpPr>
          <p:nvPr>
            <p:ph type="title"/>
          </p:nvPr>
        </p:nvSpPr>
        <p:spPr/>
        <p:txBody>
          <a:bodyPr/>
          <a:lstStyle/>
          <a:p>
            <a:r>
              <a:rPr lang="en-US" altLang="en-US"/>
              <a:t>How to Handle Questions…</a:t>
            </a:r>
          </a:p>
        </p:txBody>
      </p:sp>
      <p:sp>
        <p:nvSpPr>
          <p:cNvPr id="113667" name="Rectangle 3">
            <a:extLst>
              <a:ext uri="{FF2B5EF4-FFF2-40B4-BE49-F238E27FC236}">
                <a16:creationId xmlns:a16="http://schemas.microsoft.com/office/drawing/2014/main" id="{4A969789-CC84-A2B6-09A7-544F726DED1B}"/>
              </a:ext>
            </a:extLst>
          </p:cNvPr>
          <p:cNvSpPr>
            <a:spLocks noGrp="1" noChangeArrowheads="1"/>
          </p:cNvSpPr>
          <p:nvPr>
            <p:ph type="body" idx="1"/>
          </p:nvPr>
        </p:nvSpPr>
        <p:spPr/>
        <p:txBody>
          <a:bodyPr/>
          <a:lstStyle/>
          <a:p>
            <a:r>
              <a:rPr lang="en-US" altLang="en-US"/>
              <a:t>If you don’t understand the question, don’t be shy: ask for clarification</a:t>
            </a:r>
            <a:br>
              <a:rPr lang="en-US" altLang="en-US"/>
            </a:br>
            <a:endParaRPr lang="en-US" altLang="en-US"/>
          </a:p>
          <a:p>
            <a:r>
              <a:rPr lang="en-US" altLang="en-US"/>
              <a:t>If the question is too long/complex,</a:t>
            </a:r>
            <a:br>
              <a:rPr lang="en-US" altLang="en-US"/>
            </a:br>
            <a:r>
              <a:rPr lang="en-US" altLang="en-US"/>
              <a:t>simplify and repeat for the audience</a:t>
            </a:r>
            <a:br>
              <a:rPr lang="en-US" altLang="en-US"/>
            </a:br>
            <a:endParaRPr lang="en-US" altLang="en-US"/>
          </a:p>
          <a:p>
            <a:r>
              <a:rPr lang="en-US" altLang="en-US"/>
              <a:t>Short answer is the key: get to the point</a:t>
            </a:r>
            <a:br>
              <a:rPr lang="en-US" altLang="en-US"/>
            </a:br>
            <a:endParaRPr lang="en-US" altLang="en-US"/>
          </a:p>
          <a:p>
            <a:r>
              <a:rPr lang="en-US" altLang="en-US"/>
              <a:t>Handling questions needs practice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4">
            <a:extLst>
              <a:ext uri="{FF2B5EF4-FFF2-40B4-BE49-F238E27FC236}">
                <a16:creationId xmlns:a16="http://schemas.microsoft.com/office/drawing/2014/main" id="{CABC5D13-2C56-0420-3B2F-4CEDAC74E4C6}"/>
              </a:ext>
            </a:extLst>
          </p:cNvPr>
          <p:cNvSpPr>
            <a:spLocks noGrp="1" noChangeArrowheads="1"/>
          </p:cNvSpPr>
          <p:nvPr>
            <p:ph type="ctrTitle"/>
          </p:nvPr>
        </p:nvSpPr>
        <p:spPr/>
        <p:txBody>
          <a:bodyPr/>
          <a:lstStyle/>
          <a:p>
            <a:r>
              <a:rPr lang="en-US" altLang="en-US"/>
              <a:t>Part II: Flow of the Presentation</a:t>
            </a:r>
          </a:p>
        </p:txBody>
      </p:sp>
      <p:sp>
        <p:nvSpPr>
          <p:cNvPr id="124933" name="Rectangle 5">
            <a:extLst>
              <a:ext uri="{FF2B5EF4-FFF2-40B4-BE49-F238E27FC236}">
                <a16:creationId xmlns:a16="http://schemas.microsoft.com/office/drawing/2014/main" id="{8C0F41B2-97DE-9F7C-1965-9AD9EE9E6EC1}"/>
              </a:ext>
            </a:extLst>
          </p:cNvPr>
          <p:cNvSpPr>
            <a:spLocks noGrp="1" noChangeArrowheads="1"/>
          </p:cNvSpPr>
          <p:nvPr>
            <p:ph type="subTitle" idx="1"/>
          </p:nvPr>
        </p:nvSpPr>
        <p:spPr/>
        <p:txBody>
          <a:bodyPr/>
          <a:lstStyle/>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D4724813-223E-8429-112F-AD9AED0D6AB8}"/>
              </a:ext>
            </a:extLst>
          </p:cNvPr>
          <p:cNvSpPr>
            <a:spLocks noGrp="1"/>
          </p:cNvSpPr>
          <p:nvPr>
            <p:ph type="sldNum" sz="quarter" idx="12"/>
          </p:nvPr>
        </p:nvSpPr>
        <p:spPr/>
        <p:txBody>
          <a:bodyPr/>
          <a:lstStyle/>
          <a:p>
            <a:fld id="{3D2D3F0C-9BCC-0B48-B23A-6D44C27E017F}" type="slidenum">
              <a:rPr lang="en-US" altLang="en-US"/>
              <a:pPr/>
              <a:t>12</a:t>
            </a:fld>
            <a:endParaRPr lang="en-US" altLang="en-US"/>
          </a:p>
        </p:txBody>
      </p:sp>
      <p:sp>
        <p:nvSpPr>
          <p:cNvPr id="84994" name="Rectangle 2">
            <a:extLst>
              <a:ext uri="{FF2B5EF4-FFF2-40B4-BE49-F238E27FC236}">
                <a16:creationId xmlns:a16="http://schemas.microsoft.com/office/drawing/2014/main" id="{1CB615C8-4EF2-1A9F-0ABD-2947B449E1A3}"/>
              </a:ext>
            </a:extLst>
          </p:cNvPr>
          <p:cNvSpPr>
            <a:spLocks noGrp="1" noChangeArrowheads="1"/>
          </p:cNvSpPr>
          <p:nvPr>
            <p:ph type="title"/>
          </p:nvPr>
        </p:nvSpPr>
        <p:spPr/>
        <p:txBody>
          <a:bodyPr/>
          <a:lstStyle/>
          <a:p>
            <a:r>
              <a:rPr lang="en-US" altLang="en-US"/>
              <a:t>Slide Design</a:t>
            </a:r>
          </a:p>
        </p:txBody>
      </p:sp>
      <p:sp>
        <p:nvSpPr>
          <p:cNvPr id="84995" name="Rectangle 3">
            <a:extLst>
              <a:ext uri="{FF2B5EF4-FFF2-40B4-BE49-F238E27FC236}">
                <a16:creationId xmlns:a16="http://schemas.microsoft.com/office/drawing/2014/main" id="{CABAE69C-6F8C-7D45-C437-CD45B349BF52}"/>
              </a:ext>
            </a:extLst>
          </p:cNvPr>
          <p:cNvSpPr>
            <a:spLocks noGrp="1" noChangeArrowheads="1"/>
          </p:cNvSpPr>
          <p:nvPr>
            <p:ph type="body" idx="1"/>
          </p:nvPr>
        </p:nvSpPr>
        <p:spPr/>
        <p:txBody>
          <a:bodyPr/>
          <a:lstStyle/>
          <a:p>
            <a:r>
              <a:rPr lang="en-US" altLang="en-US"/>
              <a:t>Goals:</a:t>
            </a:r>
          </a:p>
          <a:p>
            <a:pPr lvl="1"/>
            <a:r>
              <a:rPr lang="en-US" altLang="en-US"/>
              <a:t>Convey the necessary information</a:t>
            </a:r>
          </a:p>
          <a:p>
            <a:pPr lvl="1"/>
            <a:r>
              <a:rPr lang="en-US" altLang="en-US"/>
              <a:t>Understandable for THEM</a:t>
            </a:r>
          </a:p>
          <a:p>
            <a:pPr lvl="1"/>
            <a:r>
              <a:rPr lang="en-US" altLang="en-US"/>
              <a:t>Take-away message</a:t>
            </a:r>
          </a:p>
          <a:p>
            <a:endParaRPr lang="en-US" altLang="en-US"/>
          </a:p>
          <a:p>
            <a:r>
              <a:rPr lang="en-US" altLang="en-US"/>
              <a:t>Avoid:</a:t>
            </a:r>
          </a:p>
          <a:p>
            <a:pPr lvl="1"/>
            <a:r>
              <a:rPr lang="en-US" altLang="en-US"/>
              <a:t>Stuffing their heads with EVERY DETAIL of your 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DA867E5B-B77D-E57C-6F5B-2C65BE48AB8C}"/>
              </a:ext>
            </a:extLst>
          </p:cNvPr>
          <p:cNvSpPr>
            <a:spLocks noGrp="1"/>
          </p:cNvSpPr>
          <p:nvPr>
            <p:ph type="sldNum" sz="quarter" idx="12"/>
          </p:nvPr>
        </p:nvSpPr>
        <p:spPr/>
        <p:txBody>
          <a:bodyPr/>
          <a:lstStyle/>
          <a:p>
            <a:fld id="{ED12555B-C888-EE48-812A-9D0C8B816E49}" type="slidenum">
              <a:rPr lang="en-US" altLang="en-US"/>
              <a:pPr/>
              <a:t>13</a:t>
            </a:fld>
            <a:endParaRPr lang="en-US" altLang="en-US"/>
          </a:p>
        </p:txBody>
      </p:sp>
      <p:sp>
        <p:nvSpPr>
          <p:cNvPr id="73732" name="Rectangle 4">
            <a:extLst>
              <a:ext uri="{FF2B5EF4-FFF2-40B4-BE49-F238E27FC236}">
                <a16:creationId xmlns:a16="http://schemas.microsoft.com/office/drawing/2014/main" id="{651D0902-EEC4-780B-69E1-39B37028D8A9}"/>
              </a:ext>
            </a:extLst>
          </p:cNvPr>
          <p:cNvSpPr>
            <a:spLocks noGrp="1" noChangeArrowheads="1"/>
          </p:cNvSpPr>
          <p:nvPr>
            <p:ph type="title"/>
          </p:nvPr>
        </p:nvSpPr>
        <p:spPr/>
        <p:txBody>
          <a:bodyPr/>
          <a:lstStyle/>
          <a:p>
            <a:r>
              <a:rPr lang="en-US" altLang="en-US"/>
              <a:t>Know Your Audience</a:t>
            </a:r>
          </a:p>
        </p:txBody>
      </p:sp>
      <p:sp>
        <p:nvSpPr>
          <p:cNvPr id="73733" name="Rectangle 5">
            <a:extLst>
              <a:ext uri="{FF2B5EF4-FFF2-40B4-BE49-F238E27FC236}">
                <a16:creationId xmlns:a16="http://schemas.microsoft.com/office/drawing/2014/main" id="{857EF9F2-9803-8EBA-6B21-E6A4D67F6E22}"/>
              </a:ext>
            </a:extLst>
          </p:cNvPr>
          <p:cNvSpPr>
            <a:spLocks noGrp="1" noChangeArrowheads="1"/>
          </p:cNvSpPr>
          <p:nvPr>
            <p:ph type="body" idx="1"/>
          </p:nvPr>
        </p:nvSpPr>
        <p:spPr>
          <a:xfrm>
            <a:off x="609600" y="1447800"/>
            <a:ext cx="8153400" cy="4800600"/>
          </a:xfrm>
        </p:spPr>
        <p:txBody>
          <a:bodyPr/>
          <a:lstStyle/>
          <a:p>
            <a:pPr>
              <a:lnSpc>
                <a:spcPct val="90000"/>
              </a:lnSpc>
            </a:pPr>
            <a:r>
              <a:rPr lang="en-US" altLang="en-US"/>
              <a:t>Their background?</a:t>
            </a:r>
            <a:br>
              <a:rPr lang="en-US" altLang="en-US"/>
            </a:br>
            <a:endParaRPr lang="en-US" altLang="en-US"/>
          </a:p>
          <a:p>
            <a:pPr>
              <a:lnSpc>
                <a:spcPct val="90000"/>
              </a:lnSpc>
            </a:pPr>
            <a:r>
              <a:rPr lang="en-US" altLang="en-US"/>
              <a:t>How much motivation</a:t>
            </a:r>
            <a:br>
              <a:rPr lang="en-US" altLang="en-US"/>
            </a:br>
            <a:r>
              <a:rPr lang="en-US" altLang="en-US"/>
              <a:t>for your work?</a:t>
            </a:r>
            <a:br>
              <a:rPr lang="en-US" altLang="en-US"/>
            </a:br>
            <a:endParaRPr lang="en-US" altLang="en-US"/>
          </a:p>
          <a:p>
            <a:pPr>
              <a:lnSpc>
                <a:spcPct val="90000"/>
              </a:lnSpc>
            </a:pPr>
            <a:r>
              <a:rPr lang="en-US" altLang="en-US"/>
              <a:t>How detailed should you get?</a:t>
            </a:r>
          </a:p>
          <a:p>
            <a:pPr>
              <a:lnSpc>
                <a:spcPct val="90000"/>
              </a:lnSpc>
            </a:pPr>
            <a:endParaRPr lang="en-US" altLang="en-US"/>
          </a:p>
          <a:p>
            <a:pPr>
              <a:lnSpc>
                <a:spcPct val="90000"/>
              </a:lnSpc>
            </a:pPr>
            <a:r>
              <a:rPr lang="en-US" altLang="en-US"/>
              <a:t>Go over your material: do they know where this part fits in the big picture?</a:t>
            </a:r>
          </a:p>
        </p:txBody>
      </p:sp>
      <p:pic>
        <p:nvPicPr>
          <p:cNvPr id="73734" name="Picture 6">
            <a:extLst>
              <a:ext uri="{FF2B5EF4-FFF2-40B4-BE49-F238E27FC236}">
                <a16:creationId xmlns:a16="http://schemas.microsoft.com/office/drawing/2014/main" id="{A02BBA19-C711-47A3-B9FD-CC6C3124EDE1}"/>
              </a:ext>
            </a:extLst>
          </p:cNvPr>
          <p:cNvPicPr>
            <a:picLocks noChangeAspect="1" noChangeArrowheads="1"/>
          </p:cNvPicPr>
          <p:nvPr/>
        </p:nvPicPr>
        <p:blipFill>
          <a:blip r:embed="rId2">
            <a:clrChange>
              <a:clrFrom>
                <a:srgbClr val="FCFC04"/>
              </a:clrFrom>
              <a:clrTo>
                <a:srgbClr val="FCFC04">
                  <a:alpha val="0"/>
                </a:srgbClr>
              </a:clrTo>
            </a:clrChange>
            <a:extLst>
              <a:ext uri="{28A0092B-C50C-407E-A947-70E740481C1C}">
                <a14:useLocalDpi xmlns:a14="http://schemas.microsoft.com/office/drawing/2010/main" val="0"/>
              </a:ext>
            </a:extLst>
          </a:blip>
          <a:srcRect/>
          <a:stretch>
            <a:fillRect/>
          </a:stretch>
        </p:blipFill>
        <p:spPr bwMode="auto">
          <a:xfrm>
            <a:off x="6477000" y="1295400"/>
            <a:ext cx="2286000"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69493F3-8D58-FFDD-70B6-3F8C3F38A4A4}"/>
              </a:ext>
            </a:extLst>
          </p:cNvPr>
          <p:cNvSpPr>
            <a:spLocks noGrp="1"/>
          </p:cNvSpPr>
          <p:nvPr>
            <p:ph type="sldNum" sz="quarter" idx="12"/>
          </p:nvPr>
        </p:nvSpPr>
        <p:spPr/>
        <p:txBody>
          <a:bodyPr/>
          <a:lstStyle/>
          <a:p>
            <a:fld id="{74F5C73F-D47E-8742-94B2-5E5884DD41AD}" type="slidenum">
              <a:rPr lang="en-US" altLang="en-US"/>
              <a:pPr/>
              <a:t>14</a:t>
            </a:fld>
            <a:endParaRPr lang="en-US" altLang="en-US"/>
          </a:p>
        </p:txBody>
      </p:sp>
      <p:sp>
        <p:nvSpPr>
          <p:cNvPr id="115714" name="Rectangle 2">
            <a:extLst>
              <a:ext uri="{FF2B5EF4-FFF2-40B4-BE49-F238E27FC236}">
                <a16:creationId xmlns:a16="http://schemas.microsoft.com/office/drawing/2014/main" id="{CC66B02C-12B5-41DB-EC35-B8CF468B96C0}"/>
              </a:ext>
            </a:extLst>
          </p:cNvPr>
          <p:cNvSpPr>
            <a:spLocks noGrp="1" noChangeArrowheads="1"/>
          </p:cNvSpPr>
          <p:nvPr>
            <p:ph type="title"/>
          </p:nvPr>
        </p:nvSpPr>
        <p:spPr/>
        <p:txBody>
          <a:bodyPr/>
          <a:lstStyle/>
          <a:p>
            <a:r>
              <a:rPr lang="en-US" altLang="en-US"/>
              <a:t>Revise, Revise, Revise</a:t>
            </a:r>
          </a:p>
        </p:txBody>
      </p:sp>
      <p:pic>
        <p:nvPicPr>
          <p:cNvPr id="115716" name="Picture 4">
            <a:extLst>
              <a:ext uri="{FF2B5EF4-FFF2-40B4-BE49-F238E27FC236}">
                <a16:creationId xmlns:a16="http://schemas.microsoft.com/office/drawing/2014/main" id="{6E14D1AB-CA05-8586-7D58-8FD925B1FFD1}"/>
              </a:ext>
            </a:extLst>
          </p:cNvPr>
          <p:cNvPicPr>
            <a:picLocks noChangeAspect="1" noChangeArrowheads="1"/>
          </p:cNvPicPr>
          <p:nvPr/>
        </p:nvPicPr>
        <p:blipFill>
          <a:blip r:embed="rId2">
            <a:clrChange>
              <a:clrFrom>
                <a:srgbClr val="FFFFFD"/>
              </a:clrFrom>
              <a:clrTo>
                <a:srgbClr val="FFFFFD">
                  <a:alpha val="0"/>
                </a:srgbClr>
              </a:clrTo>
            </a:clrChange>
            <a:extLst>
              <a:ext uri="{28A0092B-C50C-407E-A947-70E740481C1C}">
                <a14:useLocalDpi xmlns:a14="http://schemas.microsoft.com/office/drawing/2010/main" val="0"/>
              </a:ext>
            </a:extLst>
          </a:blip>
          <a:srcRect l="1091" t="3876" r="705" b="9302"/>
          <a:stretch>
            <a:fillRect/>
          </a:stretch>
        </p:blipFill>
        <p:spPr bwMode="auto">
          <a:xfrm>
            <a:off x="1219200" y="4343400"/>
            <a:ext cx="6858000" cy="2133600"/>
          </a:xfrm>
          <a:prstGeom prst="rect">
            <a:avLst/>
          </a:prstGeom>
          <a:noFill/>
          <a:extLst>
            <a:ext uri="{909E8E84-426E-40DD-AFC4-6F175D3DCCD1}">
              <a14:hiddenFill xmlns:a14="http://schemas.microsoft.com/office/drawing/2010/main">
                <a:solidFill>
                  <a:srgbClr val="FFFFFF"/>
                </a:solidFill>
              </a14:hiddenFill>
            </a:ext>
          </a:extLst>
        </p:spPr>
      </p:pic>
      <p:sp>
        <p:nvSpPr>
          <p:cNvPr id="115715" name="Rectangle 3">
            <a:extLst>
              <a:ext uri="{FF2B5EF4-FFF2-40B4-BE49-F238E27FC236}">
                <a16:creationId xmlns:a16="http://schemas.microsoft.com/office/drawing/2014/main" id="{BABDBB3A-CAC2-D162-8125-07444B19D3E0}"/>
              </a:ext>
            </a:extLst>
          </p:cNvPr>
          <p:cNvSpPr>
            <a:spLocks noGrp="1" noChangeArrowheads="1"/>
          </p:cNvSpPr>
          <p:nvPr>
            <p:ph type="body" idx="1"/>
          </p:nvPr>
        </p:nvSpPr>
        <p:spPr>
          <a:xfrm>
            <a:off x="609600" y="1295400"/>
            <a:ext cx="8077200" cy="3581400"/>
          </a:xfrm>
        </p:spPr>
        <p:txBody>
          <a:bodyPr/>
          <a:lstStyle/>
          <a:p>
            <a:pPr>
              <a:lnSpc>
                <a:spcPct val="90000"/>
              </a:lnSpc>
            </a:pPr>
            <a:r>
              <a:rPr lang="en-US" altLang="en-US"/>
              <a:t>When preparing slides: multiple iterations </a:t>
            </a:r>
          </a:p>
          <a:p>
            <a:pPr lvl="1">
              <a:lnSpc>
                <a:spcPct val="90000"/>
              </a:lnSpc>
            </a:pPr>
            <a:r>
              <a:rPr lang="en-US" altLang="en-US"/>
              <a:t>Logical flow of material</a:t>
            </a:r>
          </a:p>
          <a:p>
            <a:pPr lvl="1">
              <a:lnSpc>
                <a:spcPct val="90000"/>
              </a:lnSpc>
            </a:pPr>
            <a:r>
              <a:rPr lang="en-US" altLang="en-US"/>
              <a:t>Ask “why did I add this slide?”</a:t>
            </a:r>
          </a:p>
          <a:p>
            <a:pPr lvl="1">
              <a:lnSpc>
                <a:spcPct val="90000"/>
              </a:lnSpc>
            </a:pPr>
            <a:r>
              <a:rPr lang="en-US" altLang="en-US"/>
              <a:t>Trim down material</a:t>
            </a:r>
          </a:p>
          <a:p>
            <a:pPr lvl="1">
              <a:lnSpc>
                <a:spcPct val="90000"/>
              </a:lnSpc>
            </a:pPr>
            <a:r>
              <a:rPr lang="en-US" altLang="en-US"/>
              <a:t>Ask “</a:t>
            </a:r>
            <a:r>
              <a:rPr lang="en-US" altLang="en-US">
                <a:solidFill>
                  <a:srgbClr val="FF0000"/>
                </a:solidFill>
              </a:rPr>
              <a:t>what might be ambiguous in this slide?</a:t>
            </a:r>
            <a:r>
              <a:rPr lang="en-US" altLang="en-US"/>
              <a:t>”</a:t>
            </a:r>
          </a:p>
          <a:p>
            <a:pPr lvl="1">
              <a:lnSpc>
                <a:spcPct val="90000"/>
              </a:lnSpc>
            </a:pPr>
            <a:r>
              <a:rPr lang="en-US" altLang="en-US"/>
              <a:t>Ask a friend to listen to your talk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3D39362-7652-7A35-0ED5-40B1006D6898}"/>
              </a:ext>
            </a:extLst>
          </p:cNvPr>
          <p:cNvSpPr>
            <a:spLocks noGrp="1"/>
          </p:cNvSpPr>
          <p:nvPr>
            <p:ph type="sldNum" sz="quarter" idx="12"/>
          </p:nvPr>
        </p:nvSpPr>
        <p:spPr/>
        <p:txBody>
          <a:bodyPr/>
          <a:lstStyle/>
          <a:p>
            <a:fld id="{3791E709-AC5B-B84B-AA6D-67AEC08B9E19}" type="slidenum">
              <a:rPr lang="en-US" altLang="en-US"/>
              <a:pPr/>
              <a:t>15</a:t>
            </a:fld>
            <a:endParaRPr lang="en-US" altLang="en-US"/>
          </a:p>
        </p:txBody>
      </p:sp>
      <p:sp>
        <p:nvSpPr>
          <p:cNvPr id="101378" name="Rectangle 2">
            <a:extLst>
              <a:ext uri="{FF2B5EF4-FFF2-40B4-BE49-F238E27FC236}">
                <a16:creationId xmlns:a16="http://schemas.microsoft.com/office/drawing/2014/main" id="{30A2F3A2-076E-C941-DFDD-3F8B0B5CF0F0}"/>
              </a:ext>
            </a:extLst>
          </p:cNvPr>
          <p:cNvSpPr>
            <a:spLocks noGrp="1" noChangeArrowheads="1"/>
          </p:cNvSpPr>
          <p:nvPr>
            <p:ph type="title"/>
          </p:nvPr>
        </p:nvSpPr>
        <p:spPr/>
        <p:txBody>
          <a:bodyPr/>
          <a:lstStyle/>
          <a:p>
            <a:r>
              <a:rPr lang="en-US" altLang="en-US"/>
              <a:t>Anatomy of a Presentation</a:t>
            </a:r>
          </a:p>
        </p:txBody>
      </p:sp>
      <p:sp>
        <p:nvSpPr>
          <p:cNvPr id="101379" name="Rectangle 3">
            <a:extLst>
              <a:ext uri="{FF2B5EF4-FFF2-40B4-BE49-F238E27FC236}">
                <a16:creationId xmlns:a16="http://schemas.microsoft.com/office/drawing/2014/main" id="{6C0213DA-EC6C-7A4F-07D9-602642216760}"/>
              </a:ext>
            </a:extLst>
          </p:cNvPr>
          <p:cNvSpPr>
            <a:spLocks noGrp="1" noChangeArrowheads="1"/>
          </p:cNvSpPr>
          <p:nvPr>
            <p:ph type="body" idx="1"/>
          </p:nvPr>
        </p:nvSpPr>
        <p:spPr/>
        <p:txBody>
          <a:bodyPr/>
          <a:lstStyle/>
          <a:p>
            <a:pPr>
              <a:lnSpc>
                <a:spcPct val="90000"/>
              </a:lnSpc>
            </a:pPr>
            <a:r>
              <a:rPr lang="en-US" altLang="en-US" sz="2800"/>
              <a:t>Intro / motivation</a:t>
            </a:r>
          </a:p>
          <a:p>
            <a:pPr lvl="1">
              <a:lnSpc>
                <a:spcPct val="90000"/>
              </a:lnSpc>
            </a:pPr>
            <a:r>
              <a:rPr lang="en-US" altLang="en-US" sz="3200" b="1"/>
              <a:t>Why</a:t>
            </a:r>
            <a:r>
              <a:rPr lang="en-US" altLang="en-US" sz="2400"/>
              <a:t> they should listen to this talk</a:t>
            </a:r>
          </a:p>
          <a:p>
            <a:pPr lvl="1">
              <a:lnSpc>
                <a:spcPct val="90000"/>
              </a:lnSpc>
            </a:pPr>
            <a:r>
              <a:rPr lang="en-US" altLang="en-US" sz="2400"/>
              <a:t>WHAT you are trying to solve</a:t>
            </a:r>
          </a:p>
          <a:p>
            <a:pPr lvl="1">
              <a:lnSpc>
                <a:spcPct val="90000"/>
              </a:lnSpc>
            </a:pPr>
            <a:r>
              <a:rPr lang="en-US" altLang="en-US" sz="2400"/>
              <a:t>Outline</a:t>
            </a:r>
          </a:p>
          <a:p>
            <a:pPr>
              <a:lnSpc>
                <a:spcPct val="90000"/>
              </a:lnSpc>
            </a:pPr>
            <a:r>
              <a:rPr lang="en-US" altLang="en-US" sz="2800"/>
              <a:t>Main work</a:t>
            </a:r>
          </a:p>
          <a:p>
            <a:pPr>
              <a:lnSpc>
                <a:spcPct val="90000"/>
              </a:lnSpc>
            </a:pPr>
            <a:r>
              <a:rPr lang="en-US" altLang="en-US" sz="2800"/>
              <a:t>Results</a:t>
            </a:r>
          </a:p>
          <a:p>
            <a:pPr>
              <a:lnSpc>
                <a:spcPct val="90000"/>
              </a:lnSpc>
            </a:pPr>
            <a:r>
              <a:rPr lang="en-US" altLang="en-US" sz="2800"/>
              <a:t>Conclusion / summary</a:t>
            </a:r>
          </a:p>
          <a:p>
            <a:pPr lvl="1">
              <a:lnSpc>
                <a:spcPct val="90000"/>
              </a:lnSpc>
            </a:pPr>
            <a:r>
              <a:rPr lang="en-US" altLang="en-US" sz="2400"/>
              <a:t>Bring people back if they zoned out</a:t>
            </a:r>
          </a:p>
          <a:p>
            <a:pPr lvl="1">
              <a:lnSpc>
                <a:spcPct val="90000"/>
              </a:lnSpc>
            </a:pPr>
            <a:r>
              <a:rPr lang="en-US" altLang="en-US" sz="2400"/>
              <a:t>Remind them why you’re great</a:t>
            </a:r>
          </a:p>
          <a:p>
            <a:pPr lvl="1">
              <a:lnSpc>
                <a:spcPct val="90000"/>
              </a:lnSpc>
            </a:pPr>
            <a:r>
              <a:rPr lang="en-US" altLang="en-US" sz="2400"/>
              <a:t>Give </a:t>
            </a:r>
            <a:r>
              <a:rPr lang="en-US" altLang="en-US" sz="2400" b="1"/>
              <a:t>“selling” points</a:t>
            </a:r>
            <a:r>
              <a:rPr lang="en-US" altLang="en-US" sz="2400"/>
              <a:t> here: 30x performance increase with only 10% area penalty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0" name="Rectangle 4">
            <a:extLst>
              <a:ext uri="{FF2B5EF4-FFF2-40B4-BE49-F238E27FC236}">
                <a16:creationId xmlns:a16="http://schemas.microsoft.com/office/drawing/2014/main" id="{317D8896-FC5C-BCF7-25B1-4DDE2363C1DF}"/>
              </a:ext>
            </a:extLst>
          </p:cNvPr>
          <p:cNvSpPr>
            <a:spLocks noGrp="1" noChangeArrowheads="1"/>
          </p:cNvSpPr>
          <p:nvPr>
            <p:ph type="ctrTitle"/>
          </p:nvPr>
        </p:nvSpPr>
        <p:spPr/>
        <p:txBody>
          <a:bodyPr/>
          <a:lstStyle/>
          <a:p>
            <a:r>
              <a:rPr lang="en-US" altLang="en-US"/>
              <a:t>Part III: Slide Format</a:t>
            </a:r>
          </a:p>
        </p:txBody>
      </p:sp>
      <p:sp>
        <p:nvSpPr>
          <p:cNvPr id="126981" name="Rectangle 5">
            <a:extLst>
              <a:ext uri="{FF2B5EF4-FFF2-40B4-BE49-F238E27FC236}">
                <a16:creationId xmlns:a16="http://schemas.microsoft.com/office/drawing/2014/main" id="{CC13AF47-9591-0D76-F8A8-E26A54297180}"/>
              </a:ext>
            </a:extLst>
          </p:cNvPr>
          <p:cNvSpPr>
            <a:spLocks noGrp="1" noChangeArrowheads="1"/>
          </p:cNvSpPr>
          <p:nvPr>
            <p:ph type="subTitle" idx="1"/>
          </p:nvPr>
        </p:nvSpPr>
        <p:spPr/>
        <p:txBody>
          <a:bodyPr/>
          <a:lstStyle/>
          <a:p>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8367C4D-04C8-1883-9FAD-5815EB637084}"/>
              </a:ext>
            </a:extLst>
          </p:cNvPr>
          <p:cNvSpPr>
            <a:spLocks noGrp="1"/>
          </p:cNvSpPr>
          <p:nvPr>
            <p:ph type="sldNum" sz="quarter" idx="12"/>
          </p:nvPr>
        </p:nvSpPr>
        <p:spPr/>
        <p:txBody>
          <a:bodyPr/>
          <a:lstStyle/>
          <a:p>
            <a:fld id="{52A44992-9E91-8744-B5B1-739ED673DD00}" type="slidenum">
              <a:rPr lang="en-US" altLang="en-US"/>
              <a:pPr/>
              <a:t>17</a:t>
            </a:fld>
            <a:endParaRPr lang="en-US" altLang="en-US"/>
          </a:p>
        </p:txBody>
      </p:sp>
      <p:sp>
        <p:nvSpPr>
          <p:cNvPr id="10242" name="Rectangle 2">
            <a:extLst>
              <a:ext uri="{FF2B5EF4-FFF2-40B4-BE49-F238E27FC236}">
                <a16:creationId xmlns:a16="http://schemas.microsoft.com/office/drawing/2014/main" id="{D35D7F44-F7A9-7727-6402-874E27A7FC5D}"/>
              </a:ext>
            </a:extLst>
          </p:cNvPr>
          <p:cNvSpPr>
            <a:spLocks noGrp="1" noChangeArrowheads="1"/>
          </p:cNvSpPr>
          <p:nvPr>
            <p:ph type="title"/>
          </p:nvPr>
        </p:nvSpPr>
        <p:spPr/>
        <p:txBody>
          <a:bodyPr/>
          <a:lstStyle/>
          <a:p>
            <a:r>
              <a:rPr lang="en-US" altLang="en-US"/>
              <a:t>README.TXT</a:t>
            </a:r>
          </a:p>
        </p:txBody>
      </p:sp>
      <p:sp>
        <p:nvSpPr>
          <p:cNvPr id="10243" name="Rectangle 3">
            <a:extLst>
              <a:ext uri="{FF2B5EF4-FFF2-40B4-BE49-F238E27FC236}">
                <a16:creationId xmlns:a16="http://schemas.microsoft.com/office/drawing/2014/main" id="{F1020B4B-78D6-7497-3161-FEC7A1F3A1E9}"/>
              </a:ext>
            </a:extLst>
          </p:cNvPr>
          <p:cNvSpPr>
            <a:spLocks noGrp="1" noChangeArrowheads="1"/>
          </p:cNvSpPr>
          <p:nvPr>
            <p:ph type="body" idx="1"/>
          </p:nvPr>
        </p:nvSpPr>
        <p:spPr/>
        <p:txBody>
          <a:bodyPr/>
          <a:lstStyle/>
          <a:p>
            <a:pPr>
              <a:lnSpc>
                <a:spcPct val="80000"/>
              </a:lnSpc>
            </a:pPr>
            <a:r>
              <a:rPr lang="en-US" altLang="en-US" sz="1600"/>
              <a:t>Do not attempt to put all the text, code, or explanation of what you are talking about directly onto the slide, especially if it consists of full, long sentences.  Or paragraphs.  There’s no place for paragraphs on slides.  If you have complete sentences, you can probably take something out.</a:t>
            </a:r>
          </a:p>
          <a:p>
            <a:pPr>
              <a:lnSpc>
                <a:spcPct val="80000"/>
              </a:lnSpc>
            </a:pPr>
            <a:r>
              <a:rPr lang="en-US" altLang="en-US" sz="1600"/>
              <a:t>If you do that, you will have too much stuff to read on the slide, which isn’t always a good thing.</a:t>
            </a:r>
          </a:p>
          <a:p>
            <a:pPr>
              <a:lnSpc>
                <a:spcPct val="80000"/>
              </a:lnSpc>
            </a:pPr>
            <a:r>
              <a:rPr lang="en-US" altLang="en-US" sz="1600"/>
              <a:t>Like the previous slide, people do not really read all the stuff on the slides.</a:t>
            </a:r>
          </a:p>
          <a:p>
            <a:pPr lvl="1">
              <a:lnSpc>
                <a:spcPct val="80000"/>
              </a:lnSpc>
            </a:pPr>
            <a:r>
              <a:rPr lang="en-US" altLang="en-US" sz="1400"/>
              <a:t>That’s why it’s called a “presentation” and not “a reading” of your work</a:t>
            </a:r>
          </a:p>
          <a:p>
            <a:pPr>
              <a:lnSpc>
                <a:spcPct val="80000"/>
              </a:lnSpc>
            </a:pPr>
            <a:r>
              <a:rPr lang="en-US" altLang="en-US" sz="1600"/>
              <a:t>Practice makes perfect, which is what gets you away from having to have all of you “notes” in textual form on the screen in front of you.</a:t>
            </a:r>
          </a:p>
          <a:p>
            <a:pPr>
              <a:lnSpc>
                <a:spcPct val="80000"/>
              </a:lnSpc>
            </a:pPr>
            <a:r>
              <a:rPr lang="en-US" altLang="en-US" sz="1600"/>
              <a:t>Utilize the Notes function of PowerPoint, have them printed out for your reference.</a:t>
            </a:r>
          </a:p>
          <a:p>
            <a:pPr lvl="1">
              <a:lnSpc>
                <a:spcPct val="80000"/>
              </a:lnSpc>
            </a:pPr>
            <a:r>
              <a:rPr lang="en-US" altLang="en-US" sz="1400"/>
              <a:t>The audience doesn’t need to hear the exact same thing that you are reading to them.</a:t>
            </a:r>
          </a:p>
          <a:p>
            <a:pPr lvl="1">
              <a:lnSpc>
                <a:spcPct val="80000"/>
              </a:lnSpc>
            </a:pPr>
            <a:r>
              <a:rPr lang="en-US" altLang="en-US" sz="1400"/>
              <a:t>The bullet points are simply talking points and should attempt to summarize the big ideas that you are trying to convey</a:t>
            </a:r>
          </a:p>
          <a:p>
            <a:pPr>
              <a:lnSpc>
                <a:spcPct val="80000"/>
              </a:lnSpc>
            </a:pPr>
            <a:r>
              <a:rPr lang="en-US" altLang="en-US" sz="1600"/>
              <a:t>If you’ve reached anything less than 18 point font, for God’s sake, please:</a:t>
            </a:r>
          </a:p>
          <a:p>
            <a:pPr lvl="1">
              <a:lnSpc>
                <a:spcPct val="80000"/>
              </a:lnSpc>
            </a:pPr>
            <a:r>
              <a:rPr lang="en-US" altLang="en-US" sz="1400"/>
              <a:t>Remove some of the text</a:t>
            </a:r>
          </a:p>
          <a:p>
            <a:pPr lvl="1">
              <a:lnSpc>
                <a:spcPct val="80000"/>
              </a:lnSpc>
            </a:pPr>
            <a:r>
              <a:rPr lang="en-US" altLang="en-US" sz="1400"/>
              <a:t>Split up the text and put it on separate slides</a:t>
            </a:r>
          </a:p>
          <a:p>
            <a:pPr lvl="1">
              <a:lnSpc>
                <a:spcPct val="80000"/>
              </a:lnSpc>
            </a:pPr>
            <a:r>
              <a:rPr lang="en-US" altLang="en-US" sz="1400"/>
              <a:t>Perhaps you are trying to do much in this one slide?</a:t>
            </a:r>
          </a:p>
          <a:p>
            <a:pPr>
              <a:lnSpc>
                <a:spcPct val="80000"/>
              </a:lnSpc>
            </a:pPr>
            <a:r>
              <a:rPr lang="en-US" altLang="en-US" sz="1600"/>
              <a:t>Reading a slide is annoying.</a:t>
            </a:r>
          </a:p>
          <a:p>
            <a:pPr>
              <a:lnSpc>
                <a:spcPct val="80000"/>
              </a:lnSpc>
            </a:pPr>
            <a:r>
              <a:rPr lang="en-US" altLang="en-US" sz="1600"/>
              <a:t>You should not simply be a text-to-speech converter.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AAAB848-A460-EE26-4401-F254E3940BFF}"/>
              </a:ext>
            </a:extLst>
          </p:cNvPr>
          <p:cNvSpPr>
            <a:spLocks noGrp="1"/>
          </p:cNvSpPr>
          <p:nvPr>
            <p:ph type="sldNum" sz="quarter" idx="12"/>
          </p:nvPr>
        </p:nvSpPr>
        <p:spPr/>
        <p:txBody>
          <a:bodyPr/>
          <a:lstStyle/>
          <a:p>
            <a:fld id="{E5E5704A-61BD-EC4C-8D88-C31720A3FE77}" type="slidenum">
              <a:rPr lang="en-US" altLang="en-US"/>
              <a:pPr/>
              <a:t>18</a:t>
            </a:fld>
            <a:endParaRPr lang="en-US" altLang="en-US"/>
          </a:p>
        </p:txBody>
      </p:sp>
      <p:sp>
        <p:nvSpPr>
          <p:cNvPr id="93186" name="Rectangle 2">
            <a:extLst>
              <a:ext uri="{FF2B5EF4-FFF2-40B4-BE49-F238E27FC236}">
                <a16:creationId xmlns:a16="http://schemas.microsoft.com/office/drawing/2014/main" id="{DC6586C5-09DA-0C83-2668-F5139F60AAA7}"/>
              </a:ext>
            </a:extLst>
          </p:cNvPr>
          <p:cNvSpPr>
            <a:spLocks noGrp="1" noChangeArrowheads="1"/>
          </p:cNvSpPr>
          <p:nvPr>
            <p:ph type="title"/>
          </p:nvPr>
        </p:nvSpPr>
        <p:spPr>
          <a:xfrm>
            <a:off x="609600" y="304800"/>
            <a:ext cx="8153400" cy="1143000"/>
          </a:xfrm>
        </p:spPr>
        <p:txBody>
          <a:bodyPr/>
          <a:lstStyle/>
          <a:p>
            <a:r>
              <a:rPr lang="en-US" altLang="en-US" sz="4000"/>
              <a:t>“you probably can’t see this, but…”</a:t>
            </a:r>
          </a:p>
        </p:txBody>
      </p:sp>
      <p:sp>
        <p:nvSpPr>
          <p:cNvPr id="93187" name="Rectangle 3">
            <a:extLst>
              <a:ext uri="{FF2B5EF4-FFF2-40B4-BE49-F238E27FC236}">
                <a16:creationId xmlns:a16="http://schemas.microsoft.com/office/drawing/2014/main" id="{C89BDF24-392C-094D-B322-DF0301E941F8}"/>
              </a:ext>
            </a:extLst>
          </p:cNvPr>
          <p:cNvSpPr>
            <a:spLocks noGrp="1" noChangeArrowheads="1"/>
          </p:cNvSpPr>
          <p:nvPr>
            <p:ph type="body" idx="1"/>
          </p:nvPr>
        </p:nvSpPr>
        <p:spPr/>
        <p:txBody>
          <a:bodyPr/>
          <a:lstStyle/>
          <a:p>
            <a:r>
              <a:rPr lang="en-US" altLang="en-US"/>
              <a:t>Your audience is far from</a:t>
            </a:r>
            <a:br>
              <a:rPr lang="en-US" altLang="en-US"/>
            </a:br>
            <a:r>
              <a:rPr lang="en-US" altLang="en-US"/>
              <a:t>the screen</a:t>
            </a:r>
          </a:p>
          <a:p>
            <a:pPr>
              <a:buFontTx/>
              <a:buNone/>
            </a:pPr>
            <a:endParaRPr lang="en-US" altLang="en-US"/>
          </a:p>
        </p:txBody>
      </p:sp>
      <p:sp>
        <p:nvSpPr>
          <p:cNvPr id="93188" name="Text Box 4">
            <a:extLst>
              <a:ext uri="{FF2B5EF4-FFF2-40B4-BE49-F238E27FC236}">
                <a16:creationId xmlns:a16="http://schemas.microsoft.com/office/drawing/2014/main" id="{485A4765-32F3-1191-BE44-1DCB427FF743}"/>
              </a:ext>
            </a:extLst>
          </p:cNvPr>
          <p:cNvSpPr txBox="1">
            <a:spLocks noChangeArrowheads="1"/>
          </p:cNvSpPr>
          <p:nvPr/>
        </p:nvSpPr>
        <p:spPr bwMode="auto">
          <a:xfrm>
            <a:off x="381000" y="3429000"/>
            <a:ext cx="1273175"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ahoma" panose="020B0604030504040204" pitchFamily="34" charset="0"/>
              </a:rPr>
              <a:t>Tahoma</a:t>
            </a:r>
          </a:p>
          <a:p>
            <a:r>
              <a:rPr lang="en-US" altLang="en-US" sz="3200">
                <a:latin typeface="Tahoma" panose="020B0604030504040204" pitchFamily="34" charset="0"/>
              </a:rPr>
              <a:t>32 pt</a:t>
            </a:r>
          </a:p>
          <a:p>
            <a:r>
              <a:rPr lang="en-US" altLang="en-US" sz="2800">
                <a:latin typeface="Tahoma" panose="020B0604030504040204" pitchFamily="34" charset="0"/>
              </a:rPr>
              <a:t>28 pt</a:t>
            </a:r>
          </a:p>
          <a:p>
            <a:r>
              <a:rPr lang="en-US" altLang="en-US">
                <a:latin typeface="Tahoma" panose="020B0604030504040204" pitchFamily="34" charset="0"/>
              </a:rPr>
              <a:t>24 pt</a:t>
            </a:r>
          </a:p>
          <a:p>
            <a:r>
              <a:rPr lang="en-US" altLang="en-US" sz="2000">
                <a:latin typeface="Tahoma" panose="020B0604030504040204" pitchFamily="34" charset="0"/>
              </a:rPr>
              <a:t>20 pt</a:t>
            </a:r>
          </a:p>
          <a:p>
            <a:r>
              <a:rPr lang="en-US" altLang="en-US" sz="1800">
                <a:latin typeface="Tahoma" panose="020B0604030504040204" pitchFamily="34" charset="0"/>
              </a:rPr>
              <a:t>18 pt</a:t>
            </a:r>
          </a:p>
          <a:p>
            <a:r>
              <a:rPr lang="en-US" altLang="en-US" sz="1600">
                <a:latin typeface="Tahoma" panose="020B0604030504040204" pitchFamily="34" charset="0"/>
              </a:rPr>
              <a:t>16 pt</a:t>
            </a:r>
          </a:p>
          <a:p>
            <a:r>
              <a:rPr lang="en-US" altLang="en-US" sz="1400">
                <a:latin typeface="Tahoma" panose="020B0604030504040204" pitchFamily="34" charset="0"/>
              </a:rPr>
              <a:t>14 pt</a:t>
            </a:r>
          </a:p>
          <a:p>
            <a:r>
              <a:rPr lang="en-US" altLang="en-US" sz="1200">
                <a:latin typeface="Tahoma" panose="020B0604030504040204" pitchFamily="34" charset="0"/>
              </a:rPr>
              <a:t>12 pt</a:t>
            </a:r>
          </a:p>
          <a:p>
            <a:r>
              <a:rPr lang="en-US" altLang="en-US" sz="1000">
                <a:latin typeface="Tahoma" panose="020B0604030504040204" pitchFamily="34" charset="0"/>
              </a:rPr>
              <a:t>10 pt</a:t>
            </a:r>
          </a:p>
        </p:txBody>
      </p:sp>
      <p:sp>
        <p:nvSpPr>
          <p:cNvPr id="93189" name="Text Box 5">
            <a:extLst>
              <a:ext uri="{FF2B5EF4-FFF2-40B4-BE49-F238E27FC236}">
                <a16:creationId xmlns:a16="http://schemas.microsoft.com/office/drawing/2014/main" id="{9A5BE3EB-18F2-21C5-6201-3D11E26A9D26}"/>
              </a:ext>
            </a:extLst>
          </p:cNvPr>
          <p:cNvSpPr txBox="1">
            <a:spLocks noChangeArrowheads="1"/>
          </p:cNvSpPr>
          <p:nvPr/>
        </p:nvSpPr>
        <p:spPr bwMode="auto">
          <a:xfrm>
            <a:off x="1774825" y="3436938"/>
            <a:ext cx="1008063"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TNR</a:t>
            </a:r>
          </a:p>
          <a:p>
            <a:r>
              <a:rPr lang="en-US" altLang="en-US" sz="3200">
                <a:latin typeface="Times New Roman" panose="02020603050405020304" pitchFamily="18" charset="0"/>
              </a:rPr>
              <a:t>32 pt</a:t>
            </a:r>
          </a:p>
          <a:p>
            <a:r>
              <a:rPr lang="en-US" altLang="en-US" sz="2800">
                <a:latin typeface="Times New Roman" panose="02020603050405020304" pitchFamily="18" charset="0"/>
              </a:rPr>
              <a:t>28 pt</a:t>
            </a:r>
          </a:p>
          <a:p>
            <a:r>
              <a:rPr lang="en-US" altLang="en-US">
                <a:latin typeface="Times New Roman" panose="02020603050405020304" pitchFamily="18" charset="0"/>
              </a:rPr>
              <a:t>24 pt</a:t>
            </a:r>
          </a:p>
          <a:p>
            <a:r>
              <a:rPr lang="en-US" altLang="en-US" sz="2000">
                <a:latin typeface="Times New Roman" panose="02020603050405020304" pitchFamily="18" charset="0"/>
              </a:rPr>
              <a:t>20 pt</a:t>
            </a:r>
          </a:p>
          <a:p>
            <a:r>
              <a:rPr lang="en-US" altLang="en-US" sz="1800">
                <a:latin typeface="Times New Roman" panose="02020603050405020304" pitchFamily="18" charset="0"/>
              </a:rPr>
              <a:t>18 pt</a:t>
            </a:r>
          </a:p>
          <a:p>
            <a:r>
              <a:rPr lang="en-US" altLang="en-US" sz="1600">
                <a:latin typeface="Times New Roman" panose="02020603050405020304" pitchFamily="18" charset="0"/>
              </a:rPr>
              <a:t>16 pt</a:t>
            </a:r>
          </a:p>
          <a:p>
            <a:r>
              <a:rPr lang="en-US" altLang="en-US" sz="1400">
                <a:latin typeface="Times New Roman" panose="02020603050405020304" pitchFamily="18" charset="0"/>
              </a:rPr>
              <a:t>14 pt</a:t>
            </a:r>
          </a:p>
          <a:p>
            <a:r>
              <a:rPr lang="en-US" altLang="en-US" sz="1200">
                <a:latin typeface="Times New Roman" panose="02020603050405020304" pitchFamily="18" charset="0"/>
              </a:rPr>
              <a:t>12 pt</a:t>
            </a:r>
          </a:p>
          <a:p>
            <a:r>
              <a:rPr lang="en-US" altLang="en-US" sz="1000">
                <a:latin typeface="Times New Roman" panose="02020603050405020304" pitchFamily="18" charset="0"/>
              </a:rPr>
              <a:t>10 pt</a:t>
            </a:r>
          </a:p>
        </p:txBody>
      </p:sp>
      <p:sp>
        <p:nvSpPr>
          <p:cNvPr id="93190" name="Text Box 6">
            <a:extLst>
              <a:ext uri="{FF2B5EF4-FFF2-40B4-BE49-F238E27FC236}">
                <a16:creationId xmlns:a16="http://schemas.microsoft.com/office/drawing/2014/main" id="{531117B2-5DCF-80E2-EC20-5839F1853D27}"/>
              </a:ext>
            </a:extLst>
          </p:cNvPr>
          <p:cNvSpPr txBox="1">
            <a:spLocks noChangeArrowheads="1"/>
          </p:cNvSpPr>
          <p:nvPr/>
        </p:nvSpPr>
        <p:spPr bwMode="auto">
          <a:xfrm>
            <a:off x="2819400" y="3462338"/>
            <a:ext cx="1462088"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urier New" panose="02070309020205020404" pitchFamily="49" charset="0"/>
              </a:rPr>
              <a:t>Courier</a:t>
            </a:r>
          </a:p>
          <a:p>
            <a:r>
              <a:rPr lang="en-US" altLang="en-US" sz="3200">
                <a:latin typeface="Courier New" panose="02070309020205020404" pitchFamily="49" charset="0"/>
              </a:rPr>
              <a:t>32 pt</a:t>
            </a:r>
          </a:p>
          <a:p>
            <a:r>
              <a:rPr lang="en-US" altLang="en-US" sz="2800">
                <a:latin typeface="Courier New" panose="02070309020205020404" pitchFamily="49" charset="0"/>
              </a:rPr>
              <a:t>28 pt</a:t>
            </a:r>
          </a:p>
          <a:p>
            <a:r>
              <a:rPr lang="en-US" altLang="en-US">
                <a:latin typeface="Courier New" panose="02070309020205020404" pitchFamily="49" charset="0"/>
              </a:rPr>
              <a:t>24 pt</a:t>
            </a:r>
          </a:p>
          <a:p>
            <a:r>
              <a:rPr lang="en-US" altLang="en-US" sz="2000">
                <a:latin typeface="Courier New" panose="02070309020205020404" pitchFamily="49" charset="0"/>
              </a:rPr>
              <a:t>20 pt</a:t>
            </a:r>
          </a:p>
          <a:p>
            <a:r>
              <a:rPr lang="en-US" altLang="en-US" sz="1800">
                <a:latin typeface="Courier New" panose="02070309020205020404" pitchFamily="49" charset="0"/>
              </a:rPr>
              <a:t>18 pt</a:t>
            </a:r>
          </a:p>
          <a:p>
            <a:r>
              <a:rPr lang="en-US" altLang="en-US" sz="1600">
                <a:latin typeface="Courier New" panose="02070309020205020404" pitchFamily="49" charset="0"/>
              </a:rPr>
              <a:t>16 pt</a:t>
            </a:r>
          </a:p>
          <a:p>
            <a:r>
              <a:rPr lang="en-US" altLang="en-US" sz="1400">
                <a:latin typeface="Courier New" panose="02070309020205020404" pitchFamily="49" charset="0"/>
              </a:rPr>
              <a:t>14 pt</a:t>
            </a:r>
          </a:p>
          <a:p>
            <a:r>
              <a:rPr lang="en-US" altLang="en-US" sz="1200">
                <a:latin typeface="Courier New" panose="02070309020205020404" pitchFamily="49" charset="0"/>
              </a:rPr>
              <a:t>12 pt</a:t>
            </a:r>
          </a:p>
          <a:p>
            <a:r>
              <a:rPr lang="en-US" altLang="en-US" sz="1000">
                <a:latin typeface="Courier New" panose="02070309020205020404" pitchFamily="49" charset="0"/>
              </a:rPr>
              <a:t>10 pt</a:t>
            </a:r>
          </a:p>
        </p:txBody>
      </p:sp>
      <p:sp>
        <p:nvSpPr>
          <p:cNvPr id="93192" name="Text Box 8">
            <a:extLst>
              <a:ext uri="{FF2B5EF4-FFF2-40B4-BE49-F238E27FC236}">
                <a16:creationId xmlns:a16="http://schemas.microsoft.com/office/drawing/2014/main" id="{B396C23F-C5FB-5660-00F8-2A13065D4430}"/>
              </a:ext>
            </a:extLst>
          </p:cNvPr>
          <p:cNvSpPr txBox="1">
            <a:spLocks noChangeArrowheads="1"/>
          </p:cNvSpPr>
          <p:nvPr/>
        </p:nvSpPr>
        <p:spPr bwMode="auto">
          <a:xfrm>
            <a:off x="4343400" y="3048000"/>
            <a:ext cx="1912938" cy="347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latin typeface="Lucida Sans" panose="020B0602030504020204" pitchFamily="34" charset="77"/>
              </a:rPr>
              <a:t>Lucida</a:t>
            </a:r>
            <a:br>
              <a:rPr lang="en-US" altLang="en-US">
                <a:latin typeface="Lucida Sans" panose="020B0602030504020204" pitchFamily="34" charset="77"/>
              </a:rPr>
            </a:br>
            <a:r>
              <a:rPr lang="en-US" altLang="en-US">
                <a:latin typeface="Lucida Sans" panose="020B0602030504020204" pitchFamily="34" charset="77"/>
              </a:rPr>
              <a:t> Sans</a:t>
            </a:r>
          </a:p>
          <a:p>
            <a:r>
              <a:rPr lang="en-US" altLang="en-US" sz="3200">
                <a:latin typeface="Lucida Sans" panose="020B0602030504020204" pitchFamily="34" charset="77"/>
              </a:rPr>
              <a:t>32 pt</a:t>
            </a:r>
          </a:p>
          <a:p>
            <a:r>
              <a:rPr lang="en-US" altLang="en-US" sz="2800">
                <a:latin typeface="Lucida Sans" panose="020B0602030504020204" pitchFamily="34" charset="77"/>
              </a:rPr>
              <a:t>28 pt</a:t>
            </a:r>
          </a:p>
          <a:p>
            <a:r>
              <a:rPr lang="en-US" altLang="en-US">
                <a:latin typeface="Lucida Sans" panose="020B0602030504020204" pitchFamily="34" charset="77"/>
              </a:rPr>
              <a:t>24 pt</a:t>
            </a:r>
          </a:p>
          <a:p>
            <a:r>
              <a:rPr lang="en-US" altLang="en-US" sz="2000">
                <a:latin typeface="Lucida Sans" panose="020B0602030504020204" pitchFamily="34" charset="77"/>
              </a:rPr>
              <a:t>20 pt</a:t>
            </a:r>
          </a:p>
          <a:p>
            <a:r>
              <a:rPr lang="en-US" altLang="en-US" sz="1800">
                <a:latin typeface="Lucida Sans" panose="020B0602030504020204" pitchFamily="34" charset="77"/>
              </a:rPr>
              <a:t>18 pt</a:t>
            </a:r>
          </a:p>
          <a:p>
            <a:r>
              <a:rPr lang="en-US" altLang="en-US" sz="1600">
                <a:latin typeface="Lucida Sans" panose="020B0602030504020204" pitchFamily="34" charset="77"/>
              </a:rPr>
              <a:t>16 pt</a:t>
            </a:r>
          </a:p>
          <a:p>
            <a:r>
              <a:rPr lang="en-US" altLang="en-US" sz="1400">
                <a:latin typeface="Lucida Sans" panose="020B0602030504020204" pitchFamily="34" charset="77"/>
              </a:rPr>
              <a:t>14 pt</a:t>
            </a:r>
          </a:p>
          <a:p>
            <a:r>
              <a:rPr lang="en-US" altLang="en-US" sz="1200">
                <a:latin typeface="Lucida Sans" panose="020B0602030504020204" pitchFamily="34" charset="77"/>
              </a:rPr>
              <a:t>12 pt</a:t>
            </a:r>
          </a:p>
          <a:p>
            <a:r>
              <a:rPr lang="en-US" altLang="en-US" sz="1000">
                <a:latin typeface="Lucida Sans" panose="020B0602030504020204" pitchFamily="34" charset="77"/>
              </a:rPr>
              <a:t>10 pt</a:t>
            </a:r>
          </a:p>
        </p:txBody>
      </p:sp>
      <p:pic>
        <p:nvPicPr>
          <p:cNvPr id="93193" name="Picture 9">
            <a:extLst>
              <a:ext uri="{FF2B5EF4-FFF2-40B4-BE49-F238E27FC236}">
                <a16:creationId xmlns:a16="http://schemas.microsoft.com/office/drawing/2014/main" id="{DA6FEAFD-3D58-16B4-5F95-D865D178FB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333500"/>
            <a:ext cx="28194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74CBCF7-3EAD-06A5-7FDA-982B643EAFA9}"/>
              </a:ext>
            </a:extLst>
          </p:cNvPr>
          <p:cNvSpPr>
            <a:spLocks noGrp="1"/>
          </p:cNvSpPr>
          <p:nvPr>
            <p:ph type="sldNum" sz="quarter" idx="12"/>
          </p:nvPr>
        </p:nvSpPr>
        <p:spPr/>
        <p:txBody>
          <a:bodyPr/>
          <a:lstStyle/>
          <a:p>
            <a:fld id="{21F07F98-73BC-1E4C-B573-EBC313DA33F3}" type="slidenum">
              <a:rPr lang="en-US" altLang="en-US"/>
              <a:pPr/>
              <a:t>19</a:t>
            </a:fld>
            <a:endParaRPr lang="en-US" altLang="en-US"/>
          </a:p>
        </p:txBody>
      </p:sp>
      <p:sp>
        <p:nvSpPr>
          <p:cNvPr id="130050" name="Rectangle 2">
            <a:extLst>
              <a:ext uri="{FF2B5EF4-FFF2-40B4-BE49-F238E27FC236}">
                <a16:creationId xmlns:a16="http://schemas.microsoft.com/office/drawing/2014/main" id="{26E517F2-EB4E-94E0-4048-2A821F6ECC07}"/>
              </a:ext>
            </a:extLst>
          </p:cNvPr>
          <p:cNvSpPr>
            <a:spLocks noGrp="1" noChangeArrowheads="1"/>
          </p:cNvSpPr>
          <p:nvPr>
            <p:ph type="title"/>
          </p:nvPr>
        </p:nvSpPr>
        <p:spPr>
          <a:xfrm>
            <a:off x="609600" y="304800"/>
            <a:ext cx="8153400" cy="1143000"/>
          </a:xfrm>
        </p:spPr>
        <p:txBody>
          <a:bodyPr/>
          <a:lstStyle/>
          <a:p>
            <a:r>
              <a:rPr lang="en-US" altLang="en-US" sz="4000"/>
              <a:t>“you probably can’t see this, but…”</a:t>
            </a:r>
          </a:p>
        </p:txBody>
      </p:sp>
      <p:graphicFrame>
        <p:nvGraphicFramePr>
          <p:cNvPr id="130058" name="Object 10">
            <a:extLst>
              <a:ext uri="{FF2B5EF4-FFF2-40B4-BE49-F238E27FC236}">
                <a16:creationId xmlns:a16="http://schemas.microsoft.com/office/drawing/2014/main" id="{DE75D422-B433-C2AD-9D84-A59342BE502B}"/>
              </a:ext>
            </a:extLst>
          </p:cNvPr>
          <p:cNvGraphicFramePr>
            <a:graphicFrameLocks noChangeAspect="1"/>
          </p:cNvGraphicFramePr>
          <p:nvPr/>
        </p:nvGraphicFramePr>
        <p:xfrm>
          <a:off x="381000" y="1447800"/>
          <a:ext cx="7924800" cy="2362200"/>
        </p:xfrm>
        <a:graphic>
          <a:graphicData uri="http://schemas.openxmlformats.org/presentationml/2006/ole">
            <mc:AlternateContent xmlns:mc="http://schemas.openxmlformats.org/markup-compatibility/2006">
              <mc:Choice xmlns:v="urn:schemas-microsoft-com:vml" Requires="v">
                <p:oleObj name="Chart" r:id="rId2" imgW="6794500" imgH="2540000" progId="Excel.Chart.8">
                  <p:embed/>
                </p:oleObj>
              </mc:Choice>
              <mc:Fallback>
                <p:oleObj name="Chart" r:id="rId2" imgW="6794500" imgH="2540000" progId="Excel.Chart.8">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447800"/>
                        <a:ext cx="79248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0060" name="Rectangle 12">
            <a:extLst>
              <a:ext uri="{FF2B5EF4-FFF2-40B4-BE49-F238E27FC236}">
                <a16:creationId xmlns:a16="http://schemas.microsoft.com/office/drawing/2014/main" id="{C97DD782-B91B-2C5A-D427-843BDED5A64F}"/>
              </a:ext>
            </a:extLst>
          </p:cNvPr>
          <p:cNvSpPr>
            <a:spLocks noChangeArrowheads="1"/>
          </p:cNvSpPr>
          <p:nvPr/>
        </p:nvSpPr>
        <p:spPr bwMode="auto">
          <a:xfrm>
            <a:off x="977900" y="541020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800">
                <a:solidFill>
                  <a:srgbClr val="000000"/>
                </a:solidFill>
                <a:latin typeface="Arial" panose="020B0604020202020204" pitchFamily="34" charset="0"/>
              </a:rPr>
              <a:t>2</a:t>
            </a:r>
            <a:endParaRPr lang="en-US" altLang="en-US" sz="1800">
              <a:latin typeface="Lucida Sans Unicode" panose="020B0602030504020204" pitchFamily="34" charset="0"/>
            </a:endParaRPr>
          </a:p>
        </p:txBody>
      </p:sp>
      <p:sp>
        <p:nvSpPr>
          <p:cNvPr id="130061" name="Rectangle 13">
            <a:extLst>
              <a:ext uri="{FF2B5EF4-FFF2-40B4-BE49-F238E27FC236}">
                <a16:creationId xmlns:a16="http://schemas.microsoft.com/office/drawing/2014/main" id="{AC3D656B-B65B-1609-F9B8-8E0A9E64D267}"/>
              </a:ext>
            </a:extLst>
          </p:cNvPr>
          <p:cNvSpPr>
            <a:spLocks noChangeArrowheads="1"/>
          </p:cNvSpPr>
          <p:nvPr/>
        </p:nvSpPr>
        <p:spPr bwMode="auto">
          <a:xfrm>
            <a:off x="977900" y="4664075"/>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800">
                <a:solidFill>
                  <a:srgbClr val="000000"/>
                </a:solidFill>
                <a:latin typeface="Arial" panose="020B0604020202020204" pitchFamily="34" charset="0"/>
              </a:rPr>
              <a:t>6</a:t>
            </a:r>
            <a:endParaRPr lang="en-US" altLang="en-US" sz="1800">
              <a:latin typeface="Lucida Sans Unicode" panose="020B0602030504020204" pitchFamily="34" charset="0"/>
            </a:endParaRPr>
          </a:p>
        </p:txBody>
      </p:sp>
      <p:sp>
        <p:nvSpPr>
          <p:cNvPr id="130062" name="Rectangle 14">
            <a:extLst>
              <a:ext uri="{FF2B5EF4-FFF2-40B4-BE49-F238E27FC236}">
                <a16:creationId xmlns:a16="http://schemas.microsoft.com/office/drawing/2014/main" id="{B56FC84A-AE10-FC7F-CD98-9BA838E2CA3E}"/>
              </a:ext>
            </a:extLst>
          </p:cNvPr>
          <p:cNvSpPr>
            <a:spLocks noChangeArrowheads="1"/>
          </p:cNvSpPr>
          <p:nvPr/>
        </p:nvSpPr>
        <p:spPr bwMode="auto">
          <a:xfrm>
            <a:off x="885825" y="3886200"/>
            <a:ext cx="254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800">
                <a:solidFill>
                  <a:srgbClr val="000000"/>
                </a:solidFill>
                <a:latin typeface="Arial" panose="020B0604020202020204" pitchFamily="34" charset="0"/>
              </a:rPr>
              <a:t>10</a:t>
            </a:r>
            <a:endParaRPr lang="en-US" altLang="en-US" sz="1800">
              <a:latin typeface="Lucida Sans Unicode" panose="020B0602030504020204" pitchFamily="34" charset="0"/>
            </a:endParaRPr>
          </a:p>
        </p:txBody>
      </p:sp>
      <p:sp>
        <p:nvSpPr>
          <p:cNvPr id="130063" name="Text Box 15">
            <a:extLst>
              <a:ext uri="{FF2B5EF4-FFF2-40B4-BE49-F238E27FC236}">
                <a16:creationId xmlns:a16="http://schemas.microsoft.com/office/drawing/2014/main" id="{A38B43E8-FF63-6D4C-383B-B6E89F12242D}"/>
              </a:ext>
            </a:extLst>
          </p:cNvPr>
          <p:cNvSpPr txBox="1">
            <a:spLocks noChangeArrowheads="1"/>
          </p:cNvSpPr>
          <p:nvPr/>
        </p:nvSpPr>
        <p:spPr bwMode="auto">
          <a:xfrm rot="-5400000">
            <a:off x="-76993" y="4760118"/>
            <a:ext cx="1390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b="1">
                <a:latin typeface="Arial" panose="020B0604020202020204" pitchFamily="34" charset="0"/>
                <a:cs typeface="Arial" panose="020B0604020202020204" pitchFamily="34" charset="0"/>
              </a:rPr>
              <a:t>Energy</a:t>
            </a:r>
          </a:p>
        </p:txBody>
      </p:sp>
      <p:sp>
        <p:nvSpPr>
          <p:cNvPr id="130065" name="Rectangle 17">
            <a:extLst>
              <a:ext uri="{FF2B5EF4-FFF2-40B4-BE49-F238E27FC236}">
                <a16:creationId xmlns:a16="http://schemas.microsoft.com/office/drawing/2014/main" id="{2589E587-C503-46A6-4753-D086F115A7F4}"/>
              </a:ext>
            </a:extLst>
          </p:cNvPr>
          <p:cNvSpPr>
            <a:spLocks noChangeArrowheads="1"/>
          </p:cNvSpPr>
          <p:nvPr/>
        </p:nvSpPr>
        <p:spPr bwMode="auto">
          <a:xfrm>
            <a:off x="1222375" y="3733800"/>
            <a:ext cx="6230938" cy="47625"/>
          </a:xfrm>
          <a:prstGeom prst="rect">
            <a:avLst/>
          </a:prstGeom>
          <a:solidFill>
            <a:srgbClr val="4A627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66" name="Rectangle 18">
            <a:extLst>
              <a:ext uri="{FF2B5EF4-FFF2-40B4-BE49-F238E27FC236}">
                <a16:creationId xmlns:a16="http://schemas.microsoft.com/office/drawing/2014/main" id="{27F81823-EC8E-4BBE-1398-6309FD9D6585}"/>
              </a:ext>
            </a:extLst>
          </p:cNvPr>
          <p:cNvSpPr>
            <a:spLocks noChangeArrowheads="1"/>
          </p:cNvSpPr>
          <p:nvPr/>
        </p:nvSpPr>
        <p:spPr bwMode="auto">
          <a:xfrm>
            <a:off x="1222375" y="3781425"/>
            <a:ext cx="6230938" cy="33338"/>
          </a:xfrm>
          <a:prstGeom prst="rect">
            <a:avLst/>
          </a:prstGeom>
          <a:solidFill>
            <a:srgbClr val="4B647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67" name="Rectangle 19">
            <a:extLst>
              <a:ext uri="{FF2B5EF4-FFF2-40B4-BE49-F238E27FC236}">
                <a16:creationId xmlns:a16="http://schemas.microsoft.com/office/drawing/2014/main" id="{6928B5D3-1B09-9A2D-78BB-D0E2D9436646}"/>
              </a:ext>
            </a:extLst>
          </p:cNvPr>
          <p:cNvSpPr>
            <a:spLocks noChangeArrowheads="1"/>
          </p:cNvSpPr>
          <p:nvPr/>
        </p:nvSpPr>
        <p:spPr bwMode="auto">
          <a:xfrm>
            <a:off x="1222375" y="3814763"/>
            <a:ext cx="6230938" cy="34925"/>
          </a:xfrm>
          <a:prstGeom prst="rect">
            <a:avLst/>
          </a:prstGeom>
          <a:solidFill>
            <a:srgbClr val="4C65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68" name="Rectangle 20">
            <a:extLst>
              <a:ext uri="{FF2B5EF4-FFF2-40B4-BE49-F238E27FC236}">
                <a16:creationId xmlns:a16="http://schemas.microsoft.com/office/drawing/2014/main" id="{F9F0EAB2-29C3-77D5-7CF2-2B34716D56F0}"/>
              </a:ext>
            </a:extLst>
          </p:cNvPr>
          <p:cNvSpPr>
            <a:spLocks noChangeArrowheads="1"/>
          </p:cNvSpPr>
          <p:nvPr/>
        </p:nvSpPr>
        <p:spPr bwMode="auto">
          <a:xfrm>
            <a:off x="1222375" y="3849688"/>
            <a:ext cx="6230938" cy="34925"/>
          </a:xfrm>
          <a:prstGeom prst="rect">
            <a:avLst/>
          </a:prstGeom>
          <a:solidFill>
            <a:srgbClr val="4D67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69" name="Rectangle 21">
            <a:extLst>
              <a:ext uri="{FF2B5EF4-FFF2-40B4-BE49-F238E27FC236}">
                <a16:creationId xmlns:a16="http://schemas.microsoft.com/office/drawing/2014/main" id="{B94496D9-A1D9-64D8-79DF-7E53F6B25959}"/>
              </a:ext>
            </a:extLst>
          </p:cNvPr>
          <p:cNvSpPr>
            <a:spLocks noChangeArrowheads="1"/>
          </p:cNvSpPr>
          <p:nvPr/>
        </p:nvSpPr>
        <p:spPr bwMode="auto">
          <a:xfrm>
            <a:off x="1222375" y="3884613"/>
            <a:ext cx="6230938" cy="36512"/>
          </a:xfrm>
          <a:prstGeom prst="rect">
            <a:avLst/>
          </a:prstGeom>
          <a:solidFill>
            <a:srgbClr val="4E688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0" name="Rectangle 22">
            <a:extLst>
              <a:ext uri="{FF2B5EF4-FFF2-40B4-BE49-F238E27FC236}">
                <a16:creationId xmlns:a16="http://schemas.microsoft.com/office/drawing/2014/main" id="{D3104D0C-149C-FBEF-8C91-EFF4B37A7EA3}"/>
              </a:ext>
            </a:extLst>
          </p:cNvPr>
          <p:cNvSpPr>
            <a:spLocks noChangeArrowheads="1"/>
          </p:cNvSpPr>
          <p:nvPr/>
        </p:nvSpPr>
        <p:spPr bwMode="auto">
          <a:xfrm>
            <a:off x="1222375" y="3921125"/>
            <a:ext cx="6230938" cy="22225"/>
          </a:xfrm>
          <a:prstGeom prst="rect">
            <a:avLst/>
          </a:prstGeom>
          <a:solidFill>
            <a:srgbClr val="506A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1" name="Rectangle 23">
            <a:extLst>
              <a:ext uri="{FF2B5EF4-FFF2-40B4-BE49-F238E27FC236}">
                <a16:creationId xmlns:a16="http://schemas.microsoft.com/office/drawing/2014/main" id="{75E9EFF8-C27C-8B62-31CD-2015C6BB5C87}"/>
              </a:ext>
            </a:extLst>
          </p:cNvPr>
          <p:cNvSpPr>
            <a:spLocks noChangeArrowheads="1"/>
          </p:cNvSpPr>
          <p:nvPr/>
        </p:nvSpPr>
        <p:spPr bwMode="auto">
          <a:xfrm>
            <a:off x="1222375" y="3943350"/>
            <a:ext cx="6230938" cy="34925"/>
          </a:xfrm>
          <a:prstGeom prst="rect">
            <a:avLst/>
          </a:prstGeom>
          <a:solidFill>
            <a:srgbClr val="516B8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2" name="Rectangle 24">
            <a:extLst>
              <a:ext uri="{FF2B5EF4-FFF2-40B4-BE49-F238E27FC236}">
                <a16:creationId xmlns:a16="http://schemas.microsoft.com/office/drawing/2014/main" id="{55AEE879-4134-9669-4C72-3ACCF5088B34}"/>
              </a:ext>
            </a:extLst>
          </p:cNvPr>
          <p:cNvSpPr>
            <a:spLocks noChangeArrowheads="1"/>
          </p:cNvSpPr>
          <p:nvPr/>
        </p:nvSpPr>
        <p:spPr bwMode="auto">
          <a:xfrm>
            <a:off x="1222375" y="3978275"/>
            <a:ext cx="6230938" cy="36513"/>
          </a:xfrm>
          <a:prstGeom prst="rect">
            <a:avLst/>
          </a:prstGeom>
          <a:solidFill>
            <a:srgbClr val="516C8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3" name="Rectangle 25">
            <a:extLst>
              <a:ext uri="{FF2B5EF4-FFF2-40B4-BE49-F238E27FC236}">
                <a16:creationId xmlns:a16="http://schemas.microsoft.com/office/drawing/2014/main" id="{8452BD10-0581-D568-63F9-D246607CF1FC}"/>
              </a:ext>
            </a:extLst>
          </p:cNvPr>
          <p:cNvSpPr>
            <a:spLocks noChangeArrowheads="1"/>
          </p:cNvSpPr>
          <p:nvPr/>
        </p:nvSpPr>
        <p:spPr bwMode="auto">
          <a:xfrm>
            <a:off x="1222375" y="4014788"/>
            <a:ext cx="6230938" cy="34925"/>
          </a:xfrm>
          <a:prstGeom prst="rect">
            <a:avLst/>
          </a:prstGeom>
          <a:solidFill>
            <a:srgbClr val="536E8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4" name="Rectangle 26">
            <a:extLst>
              <a:ext uri="{FF2B5EF4-FFF2-40B4-BE49-F238E27FC236}">
                <a16:creationId xmlns:a16="http://schemas.microsoft.com/office/drawing/2014/main" id="{8A28C32B-4BF7-F0BE-CAAE-022E9F20EDA3}"/>
              </a:ext>
            </a:extLst>
          </p:cNvPr>
          <p:cNvSpPr>
            <a:spLocks noChangeArrowheads="1"/>
          </p:cNvSpPr>
          <p:nvPr/>
        </p:nvSpPr>
        <p:spPr bwMode="auto">
          <a:xfrm>
            <a:off x="1222375" y="4049713"/>
            <a:ext cx="6230938" cy="22225"/>
          </a:xfrm>
          <a:prstGeom prst="rect">
            <a:avLst/>
          </a:prstGeom>
          <a:solidFill>
            <a:srgbClr val="54708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5" name="Rectangle 27">
            <a:extLst>
              <a:ext uri="{FF2B5EF4-FFF2-40B4-BE49-F238E27FC236}">
                <a16:creationId xmlns:a16="http://schemas.microsoft.com/office/drawing/2014/main" id="{CE3E8AC0-77E7-AAA3-1255-6781AB566A69}"/>
              </a:ext>
            </a:extLst>
          </p:cNvPr>
          <p:cNvSpPr>
            <a:spLocks noChangeArrowheads="1"/>
          </p:cNvSpPr>
          <p:nvPr/>
        </p:nvSpPr>
        <p:spPr bwMode="auto">
          <a:xfrm>
            <a:off x="1222375" y="4071938"/>
            <a:ext cx="6230938" cy="23812"/>
          </a:xfrm>
          <a:prstGeom prst="rect">
            <a:avLst/>
          </a:prstGeom>
          <a:solidFill>
            <a:srgbClr val="55718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6" name="Rectangle 28">
            <a:extLst>
              <a:ext uri="{FF2B5EF4-FFF2-40B4-BE49-F238E27FC236}">
                <a16:creationId xmlns:a16="http://schemas.microsoft.com/office/drawing/2014/main" id="{BE2AE71B-E6BD-9FBD-47D1-1C9140636CBD}"/>
              </a:ext>
            </a:extLst>
          </p:cNvPr>
          <p:cNvSpPr>
            <a:spLocks noChangeArrowheads="1"/>
          </p:cNvSpPr>
          <p:nvPr/>
        </p:nvSpPr>
        <p:spPr bwMode="auto">
          <a:xfrm>
            <a:off x="1222375" y="4095750"/>
            <a:ext cx="6230938" cy="22225"/>
          </a:xfrm>
          <a:prstGeom prst="rect">
            <a:avLst/>
          </a:prstGeom>
          <a:solidFill>
            <a:srgbClr val="56729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7" name="Rectangle 29">
            <a:extLst>
              <a:ext uri="{FF2B5EF4-FFF2-40B4-BE49-F238E27FC236}">
                <a16:creationId xmlns:a16="http://schemas.microsoft.com/office/drawing/2014/main" id="{A2F37A66-B6C3-7CC2-6025-0FAB86F2CA30}"/>
              </a:ext>
            </a:extLst>
          </p:cNvPr>
          <p:cNvSpPr>
            <a:spLocks noChangeArrowheads="1"/>
          </p:cNvSpPr>
          <p:nvPr/>
        </p:nvSpPr>
        <p:spPr bwMode="auto">
          <a:xfrm>
            <a:off x="1222375" y="4117975"/>
            <a:ext cx="6230938" cy="25400"/>
          </a:xfrm>
          <a:prstGeom prst="rect">
            <a:avLst/>
          </a:prstGeom>
          <a:solidFill>
            <a:srgbClr val="58749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8" name="Rectangle 30">
            <a:extLst>
              <a:ext uri="{FF2B5EF4-FFF2-40B4-BE49-F238E27FC236}">
                <a16:creationId xmlns:a16="http://schemas.microsoft.com/office/drawing/2014/main" id="{FF69960A-F7CD-99EF-01C6-3B03F6C005C9}"/>
              </a:ext>
            </a:extLst>
          </p:cNvPr>
          <p:cNvSpPr>
            <a:spLocks noChangeArrowheads="1"/>
          </p:cNvSpPr>
          <p:nvPr/>
        </p:nvSpPr>
        <p:spPr bwMode="auto">
          <a:xfrm>
            <a:off x="1222375" y="4143375"/>
            <a:ext cx="6230938" cy="33338"/>
          </a:xfrm>
          <a:prstGeom prst="rect">
            <a:avLst/>
          </a:prstGeom>
          <a:solidFill>
            <a:srgbClr val="59769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79" name="Rectangle 31">
            <a:extLst>
              <a:ext uri="{FF2B5EF4-FFF2-40B4-BE49-F238E27FC236}">
                <a16:creationId xmlns:a16="http://schemas.microsoft.com/office/drawing/2014/main" id="{58503C09-6BBC-283E-88E0-1D360B3E2019}"/>
              </a:ext>
            </a:extLst>
          </p:cNvPr>
          <p:cNvSpPr>
            <a:spLocks noChangeArrowheads="1"/>
          </p:cNvSpPr>
          <p:nvPr/>
        </p:nvSpPr>
        <p:spPr bwMode="auto">
          <a:xfrm>
            <a:off x="1222375" y="4176713"/>
            <a:ext cx="6230938" cy="23812"/>
          </a:xfrm>
          <a:prstGeom prst="rect">
            <a:avLst/>
          </a:prstGeom>
          <a:solidFill>
            <a:srgbClr val="5A789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0" name="Rectangle 32">
            <a:extLst>
              <a:ext uri="{FF2B5EF4-FFF2-40B4-BE49-F238E27FC236}">
                <a16:creationId xmlns:a16="http://schemas.microsoft.com/office/drawing/2014/main" id="{FB1B42A1-D8A3-7587-35F2-7CA8F5C065EA}"/>
              </a:ext>
            </a:extLst>
          </p:cNvPr>
          <p:cNvSpPr>
            <a:spLocks noChangeArrowheads="1"/>
          </p:cNvSpPr>
          <p:nvPr/>
        </p:nvSpPr>
        <p:spPr bwMode="auto">
          <a:xfrm>
            <a:off x="1222375" y="4200525"/>
            <a:ext cx="6230938" cy="23813"/>
          </a:xfrm>
          <a:prstGeom prst="rect">
            <a:avLst/>
          </a:prstGeom>
          <a:solidFill>
            <a:srgbClr val="5B7A9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1" name="Rectangle 33">
            <a:extLst>
              <a:ext uri="{FF2B5EF4-FFF2-40B4-BE49-F238E27FC236}">
                <a16:creationId xmlns:a16="http://schemas.microsoft.com/office/drawing/2014/main" id="{5C334493-0E90-FBDF-903C-64AB0897F58A}"/>
              </a:ext>
            </a:extLst>
          </p:cNvPr>
          <p:cNvSpPr>
            <a:spLocks noChangeArrowheads="1"/>
          </p:cNvSpPr>
          <p:nvPr/>
        </p:nvSpPr>
        <p:spPr bwMode="auto">
          <a:xfrm>
            <a:off x="1222375" y="4224338"/>
            <a:ext cx="6230938" cy="22225"/>
          </a:xfrm>
          <a:prstGeom prst="rect">
            <a:avLst/>
          </a:prstGeom>
          <a:solidFill>
            <a:srgbClr val="5C7B9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2" name="Rectangle 34">
            <a:extLst>
              <a:ext uri="{FF2B5EF4-FFF2-40B4-BE49-F238E27FC236}">
                <a16:creationId xmlns:a16="http://schemas.microsoft.com/office/drawing/2014/main" id="{E89E3961-E539-385F-F9FD-31B7F3A989B6}"/>
              </a:ext>
            </a:extLst>
          </p:cNvPr>
          <p:cNvSpPr>
            <a:spLocks noChangeArrowheads="1"/>
          </p:cNvSpPr>
          <p:nvPr/>
        </p:nvSpPr>
        <p:spPr bwMode="auto">
          <a:xfrm>
            <a:off x="1222375" y="4246563"/>
            <a:ext cx="6230938" cy="22225"/>
          </a:xfrm>
          <a:prstGeom prst="rect">
            <a:avLst/>
          </a:prstGeom>
          <a:solidFill>
            <a:srgbClr val="5E7D9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3" name="Rectangle 35">
            <a:extLst>
              <a:ext uri="{FF2B5EF4-FFF2-40B4-BE49-F238E27FC236}">
                <a16:creationId xmlns:a16="http://schemas.microsoft.com/office/drawing/2014/main" id="{4BB7B349-6106-BFC6-675E-42863D4494B6}"/>
              </a:ext>
            </a:extLst>
          </p:cNvPr>
          <p:cNvSpPr>
            <a:spLocks noChangeArrowheads="1"/>
          </p:cNvSpPr>
          <p:nvPr/>
        </p:nvSpPr>
        <p:spPr bwMode="auto">
          <a:xfrm>
            <a:off x="1222375" y="4268788"/>
            <a:ext cx="6230938" cy="25400"/>
          </a:xfrm>
          <a:prstGeom prst="rect">
            <a:avLst/>
          </a:prstGeom>
          <a:solidFill>
            <a:srgbClr val="5F7E9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4" name="Rectangle 36">
            <a:extLst>
              <a:ext uri="{FF2B5EF4-FFF2-40B4-BE49-F238E27FC236}">
                <a16:creationId xmlns:a16="http://schemas.microsoft.com/office/drawing/2014/main" id="{1A5C7599-E1F5-7254-2FBF-869610EF6DEE}"/>
              </a:ext>
            </a:extLst>
          </p:cNvPr>
          <p:cNvSpPr>
            <a:spLocks noChangeArrowheads="1"/>
          </p:cNvSpPr>
          <p:nvPr/>
        </p:nvSpPr>
        <p:spPr bwMode="auto">
          <a:xfrm>
            <a:off x="1222375" y="4294188"/>
            <a:ext cx="6230938" cy="23812"/>
          </a:xfrm>
          <a:prstGeom prst="rect">
            <a:avLst/>
          </a:prstGeom>
          <a:solidFill>
            <a:srgbClr val="6080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5" name="Rectangle 37">
            <a:extLst>
              <a:ext uri="{FF2B5EF4-FFF2-40B4-BE49-F238E27FC236}">
                <a16:creationId xmlns:a16="http://schemas.microsoft.com/office/drawing/2014/main" id="{C18508D3-3A99-6296-CAA1-1E770448BE85}"/>
              </a:ext>
            </a:extLst>
          </p:cNvPr>
          <p:cNvSpPr>
            <a:spLocks noChangeArrowheads="1"/>
          </p:cNvSpPr>
          <p:nvPr/>
        </p:nvSpPr>
        <p:spPr bwMode="auto">
          <a:xfrm>
            <a:off x="1222375" y="4318000"/>
            <a:ext cx="6230938" cy="22225"/>
          </a:xfrm>
          <a:prstGeom prst="rect">
            <a:avLst/>
          </a:prstGeom>
          <a:solidFill>
            <a:srgbClr val="6181A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6" name="Rectangle 38">
            <a:extLst>
              <a:ext uri="{FF2B5EF4-FFF2-40B4-BE49-F238E27FC236}">
                <a16:creationId xmlns:a16="http://schemas.microsoft.com/office/drawing/2014/main" id="{A1713F4A-863B-9977-6A94-FC05FA9EBE41}"/>
              </a:ext>
            </a:extLst>
          </p:cNvPr>
          <p:cNvSpPr>
            <a:spLocks noChangeArrowheads="1"/>
          </p:cNvSpPr>
          <p:nvPr/>
        </p:nvSpPr>
        <p:spPr bwMode="auto">
          <a:xfrm>
            <a:off x="1222375" y="4340225"/>
            <a:ext cx="6230938" cy="12700"/>
          </a:xfrm>
          <a:prstGeom prst="rect">
            <a:avLst/>
          </a:prstGeom>
          <a:solidFill>
            <a:srgbClr val="6383A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7" name="Rectangle 39">
            <a:extLst>
              <a:ext uri="{FF2B5EF4-FFF2-40B4-BE49-F238E27FC236}">
                <a16:creationId xmlns:a16="http://schemas.microsoft.com/office/drawing/2014/main" id="{5CC276E1-B811-7C9F-DFEB-2573A71B1A8F}"/>
              </a:ext>
            </a:extLst>
          </p:cNvPr>
          <p:cNvSpPr>
            <a:spLocks noChangeArrowheads="1"/>
          </p:cNvSpPr>
          <p:nvPr/>
        </p:nvSpPr>
        <p:spPr bwMode="auto">
          <a:xfrm>
            <a:off x="1222375" y="4352925"/>
            <a:ext cx="6230938" cy="22225"/>
          </a:xfrm>
          <a:prstGeom prst="rect">
            <a:avLst/>
          </a:prstGeom>
          <a:solidFill>
            <a:srgbClr val="6384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8" name="Rectangle 40">
            <a:extLst>
              <a:ext uri="{FF2B5EF4-FFF2-40B4-BE49-F238E27FC236}">
                <a16:creationId xmlns:a16="http://schemas.microsoft.com/office/drawing/2014/main" id="{56753E66-EF26-39A8-DC83-3CCE1185D643}"/>
              </a:ext>
            </a:extLst>
          </p:cNvPr>
          <p:cNvSpPr>
            <a:spLocks noChangeArrowheads="1"/>
          </p:cNvSpPr>
          <p:nvPr/>
        </p:nvSpPr>
        <p:spPr bwMode="auto">
          <a:xfrm>
            <a:off x="1222375" y="4375150"/>
            <a:ext cx="6230938" cy="23813"/>
          </a:xfrm>
          <a:prstGeom prst="rect">
            <a:avLst/>
          </a:prstGeom>
          <a:solidFill>
            <a:srgbClr val="6586A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89" name="Rectangle 41">
            <a:extLst>
              <a:ext uri="{FF2B5EF4-FFF2-40B4-BE49-F238E27FC236}">
                <a16:creationId xmlns:a16="http://schemas.microsoft.com/office/drawing/2014/main" id="{BB2A38EC-1613-8FC3-941E-8E52DFE4B5FC}"/>
              </a:ext>
            </a:extLst>
          </p:cNvPr>
          <p:cNvSpPr>
            <a:spLocks noChangeArrowheads="1"/>
          </p:cNvSpPr>
          <p:nvPr/>
        </p:nvSpPr>
        <p:spPr bwMode="auto">
          <a:xfrm>
            <a:off x="1222375" y="4398963"/>
            <a:ext cx="6230938" cy="22225"/>
          </a:xfrm>
          <a:prstGeom prst="rect">
            <a:avLst/>
          </a:prstGeom>
          <a:solidFill>
            <a:srgbClr val="668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0" name="Rectangle 42">
            <a:extLst>
              <a:ext uri="{FF2B5EF4-FFF2-40B4-BE49-F238E27FC236}">
                <a16:creationId xmlns:a16="http://schemas.microsoft.com/office/drawing/2014/main" id="{AD1DD2F5-31A8-8E84-627E-8A815B8E0FE6}"/>
              </a:ext>
            </a:extLst>
          </p:cNvPr>
          <p:cNvSpPr>
            <a:spLocks noChangeArrowheads="1"/>
          </p:cNvSpPr>
          <p:nvPr/>
        </p:nvSpPr>
        <p:spPr bwMode="auto">
          <a:xfrm>
            <a:off x="1222375" y="4421188"/>
            <a:ext cx="6230938" cy="25400"/>
          </a:xfrm>
          <a:prstGeom prst="rect">
            <a:avLst/>
          </a:prstGeom>
          <a:solidFill>
            <a:srgbClr val="6789A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1" name="Rectangle 43">
            <a:extLst>
              <a:ext uri="{FF2B5EF4-FFF2-40B4-BE49-F238E27FC236}">
                <a16:creationId xmlns:a16="http://schemas.microsoft.com/office/drawing/2014/main" id="{5D34E68A-0F6E-1264-60E2-15E32F27362E}"/>
              </a:ext>
            </a:extLst>
          </p:cNvPr>
          <p:cNvSpPr>
            <a:spLocks noChangeArrowheads="1"/>
          </p:cNvSpPr>
          <p:nvPr/>
        </p:nvSpPr>
        <p:spPr bwMode="auto">
          <a:xfrm>
            <a:off x="1222375" y="4446588"/>
            <a:ext cx="6230938" cy="22225"/>
          </a:xfrm>
          <a:prstGeom prst="rect">
            <a:avLst/>
          </a:prstGeom>
          <a:solidFill>
            <a:srgbClr val="688BA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2" name="Rectangle 44">
            <a:extLst>
              <a:ext uri="{FF2B5EF4-FFF2-40B4-BE49-F238E27FC236}">
                <a16:creationId xmlns:a16="http://schemas.microsoft.com/office/drawing/2014/main" id="{05C11CF4-6DAF-73F2-3553-ECDF98E678D7}"/>
              </a:ext>
            </a:extLst>
          </p:cNvPr>
          <p:cNvSpPr>
            <a:spLocks noChangeArrowheads="1"/>
          </p:cNvSpPr>
          <p:nvPr/>
        </p:nvSpPr>
        <p:spPr bwMode="auto">
          <a:xfrm>
            <a:off x="1222375" y="4468813"/>
            <a:ext cx="6230938" cy="22225"/>
          </a:xfrm>
          <a:prstGeom prst="rect">
            <a:avLst/>
          </a:prstGeom>
          <a:solidFill>
            <a:srgbClr val="6A8CB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3" name="Rectangle 45">
            <a:extLst>
              <a:ext uri="{FF2B5EF4-FFF2-40B4-BE49-F238E27FC236}">
                <a16:creationId xmlns:a16="http://schemas.microsoft.com/office/drawing/2014/main" id="{F788E590-F76C-2746-FA4F-9713FEC3A5D9}"/>
              </a:ext>
            </a:extLst>
          </p:cNvPr>
          <p:cNvSpPr>
            <a:spLocks noChangeArrowheads="1"/>
          </p:cNvSpPr>
          <p:nvPr/>
        </p:nvSpPr>
        <p:spPr bwMode="auto">
          <a:xfrm>
            <a:off x="1222375" y="4491038"/>
            <a:ext cx="6230938" cy="23812"/>
          </a:xfrm>
          <a:prstGeom prst="rect">
            <a:avLst/>
          </a:prstGeom>
          <a:solidFill>
            <a:srgbClr val="6B8EB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4" name="Rectangle 46">
            <a:extLst>
              <a:ext uri="{FF2B5EF4-FFF2-40B4-BE49-F238E27FC236}">
                <a16:creationId xmlns:a16="http://schemas.microsoft.com/office/drawing/2014/main" id="{882699E4-6AF5-D3C3-4837-6456A6EFAD7F}"/>
              </a:ext>
            </a:extLst>
          </p:cNvPr>
          <p:cNvSpPr>
            <a:spLocks noChangeArrowheads="1"/>
          </p:cNvSpPr>
          <p:nvPr/>
        </p:nvSpPr>
        <p:spPr bwMode="auto">
          <a:xfrm>
            <a:off x="1222375" y="4514850"/>
            <a:ext cx="6230938" cy="12700"/>
          </a:xfrm>
          <a:prstGeom prst="rect">
            <a:avLst/>
          </a:prstGeom>
          <a:solidFill>
            <a:srgbClr val="6C90B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5" name="Rectangle 47">
            <a:extLst>
              <a:ext uri="{FF2B5EF4-FFF2-40B4-BE49-F238E27FC236}">
                <a16:creationId xmlns:a16="http://schemas.microsoft.com/office/drawing/2014/main" id="{4382A1D2-3DA2-15A1-A1CE-A597841FAE9F}"/>
              </a:ext>
            </a:extLst>
          </p:cNvPr>
          <p:cNvSpPr>
            <a:spLocks noChangeArrowheads="1"/>
          </p:cNvSpPr>
          <p:nvPr/>
        </p:nvSpPr>
        <p:spPr bwMode="auto">
          <a:xfrm>
            <a:off x="1222375" y="4527550"/>
            <a:ext cx="6230938" cy="22225"/>
          </a:xfrm>
          <a:prstGeom prst="rect">
            <a:avLst/>
          </a:prstGeom>
          <a:solidFill>
            <a:srgbClr val="6D91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6" name="Rectangle 48">
            <a:extLst>
              <a:ext uri="{FF2B5EF4-FFF2-40B4-BE49-F238E27FC236}">
                <a16:creationId xmlns:a16="http://schemas.microsoft.com/office/drawing/2014/main" id="{767CA0B6-124B-3CAF-E049-8D2AF69AE422}"/>
              </a:ext>
            </a:extLst>
          </p:cNvPr>
          <p:cNvSpPr>
            <a:spLocks noChangeArrowheads="1"/>
          </p:cNvSpPr>
          <p:nvPr/>
        </p:nvSpPr>
        <p:spPr bwMode="auto">
          <a:xfrm>
            <a:off x="1222375" y="4549775"/>
            <a:ext cx="6230938" cy="22225"/>
          </a:xfrm>
          <a:prstGeom prst="rect">
            <a:avLst/>
          </a:prstGeom>
          <a:solidFill>
            <a:srgbClr val="6E93B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7" name="Rectangle 49">
            <a:extLst>
              <a:ext uri="{FF2B5EF4-FFF2-40B4-BE49-F238E27FC236}">
                <a16:creationId xmlns:a16="http://schemas.microsoft.com/office/drawing/2014/main" id="{76FFB470-6844-69B7-540F-EAFE4F6DCCB6}"/>
              </a:ext>
            </a:extLst>
          </p:cNvPr>
          <p:cNvSpPr>
            <a:spLocks noChangeArrowheads="1"/>
          </p:cNvSpPr>
          <p:nvPr/>
        </p:nvSpPr>
        <p:spPr bwMode="auto">
          <a:xfrm>
            <a:off x="1222375" y="4572000"/>
            <a:ext cx="6230938" cy="25400"/>
          </a:xfrm>
          <a:prstGeom prst="rect">
            <a:avLst/>
          </a:prstGeom>
          <a:solidFill>
            <a:srgbClr val="6F95B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8" name="Rectangle 50">
            <a:extLst>
              <a:ext uri="{FF2B5EF4-FFF2-40B4-BE49-F238E27FC236}">
                <a16:creationId xmlns:a16="http://schemas.microsoft.com/office/drawing/2014/main" id="{E1785377-B9D1-FB77-46A4-2C322F88EE00}"/>
              </a:ext>
            </a:extLst>
          </p:cNvPr>
          <p:cNvSpPr>
            <a:spLocks noChangeArrowheads="1"/>
          </p:cNvSpPr>
          <p:nvPr/>
        </p:nvSpPr>
        <p:spPr bwMode="auto">
          <a:xfrm>
            <a:off x="1222375" y="4597400"/>
            <a:ext cx="6230938" cy="11113"/>
          </a:xfrm>
          <a:prstGeom prst="rect">
            <a:avLst/>
          </a:prstGeom>
          <a:solidFill>
            <a:srgbClr val="7197B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99" name="Rectangle 51">
            <a:extLst>
              <a:ext uri="{FF2B5EF4-FFF2-40B4-BE49-F238E27FC236}">
                <a16:creationId xmlns:a16="http://schemas.microsoft.com/office/drawing/2014/main" id="{65F8F702-D7DD-33E0-BFF3-943040D16288}"/>
              </a:ext>
            </a:extLst>
          </p:cNvPr>
          <p:cNvSpPr>
            <a:spLocks noChangeArrowheads="1"/>
          </p:cNvSpPr>
          <p:nvPr/>
        </p:nvSpPr>
        <p:spPr bwMode="auto">
          <a:xfrm>
            <a:off x="1222375" y="4608513"/>
            <a:ext cx="6230938" cy="22225"/>
          </a:xfrm>
          <a:prstGeom prst="rect">
            <a:avLst/>
          </a:prstGeom>
          <a:solidFill>
            <a:srgbClr val="7297B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0" name="Rectangle 52">
            <a:extLst>
              <a:ext uri="{FF2B5EF4-FFF2-40B4-BE49-F238E27FC236}">
                <a16:creationId xmlns:a16="http://schemas.microsoft.com/office/drawing/2014/main" id="{63B871AE-B3C4-7D4B-1903-23B76DE34520}"/>
              </a:ext>
            </a:extLst>
          </p:cNvPr>
          <p:cNvSpPr>
            <a:spLocks noChangeArrowheads="1"/>
          </p:cNvSpPr>
          <p:nvPr/>
        </p:nvSpPr>
        <p:spPr bwMode="auto">
          <a:xfrm>
            <a:off x="1222375" y="4630738"/>
            <a:ext cx="6230938" cy="25400"/>
          </a:xfrm>
          <a:prstGeom prst="rect">
            <a:avLst/>
          </a:prstGeom>
          <a:solidFill>
            <a:srgbClr val="7499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1" name="Rectangle 53">
            <a:extLst>
              <a:ext uri="{FF2B5EF4-FFF2-40B4-BE49-F238E27FC236}">
                <a16:creationId xmlns:a16="http://schemas.microsoft.com/office/drawing/2014/main" id="{E6D1A971-B7BB-93A6-E744-54C89729940A}"/>
              </a:ext>
            </a:extLst>
          </p:cNvPr>
          <p:cNvSpPr>
            <a:spLocks noChangeArrowheads="1"/>
          </p:cNvSpPr>
          <p:nvPr/>
        </p:nvSpPr>
        <p:spPr bwMode="auto">
          <a:xfrm>
            <a:off x="1222375" y="4656138"/>
            <a:ext cx="6230938" cy="22225"/>
          </a:xfrm>
          <a:prstGeom prst="rect">
            <a:avLst/>
          </a:prstGeom>
          <a:solidFill>
            <a:srgbClr val="759B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2" name="Rectangle 54">
            <a:extLst>
              <a:ext uri="{FF2B5EF4-FFF2-40B4-BE49-F238E27FC236}">
                <a16:creationId xmlns:a16="http://schemas.microsoft.com/office/drawing/2014/main" id="{AD1ED487-610E-3F89-31E8-249BE3F27356}"/>
              </a:ext>
            </a:extLst>
          </p:cNvPr>
          <p:cNvSpPr>
            <a:spLocks noChangeArrowheads="1"/>
          </p:cNvSpPr>
          <p:nvPr/>
        </p:nvSpPr>
        <p:spPr bwMode="auto">
          <a:xfrm>
            <a:off x="1222375" y="4678363"/>
            <a:ext cx="6230938" cy="12700"/>
          </a:xfrm>
          <a:prstGeom prst="rect">
            <a:avLst/>
          </a:prstGeom>
          <a:solidFill>
            <a:srgbClr val="769D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3" name="Rectangle 55">
            <a:extLst>
              <a:ext uri="{FF2B5EF4-FFF2-40B4-BE49-F238E27FC236}">
                <a16:creationId xmlns:a16="http://schemas.microsoft.com/office/drawing/2014/main" id="{B4D4033D-6A26-772A-50B0-3984493B1582}"/>
              </a:ext>
            </a:extLst>
          </p:cNvPr>
          <p:cNvSpPr>
            <a:spLocks noChangeArrowheads="1"/>
          </p:cNvSpPr>
          <p:nvPr/>
        </p:nvSpPr>
        <p:spPr bwMode="auto">
          <a:xfrm>
            <a:off x="1222375" y="4691063"/>
            <a:ext cx="6230938" cy="22225"/>
          </a:xfrm>
          <a:prstGeom prst="rect">
            <a:avLst/>
          </a:prstGeom>
          <a:solidFill>
            <a:srgbClr val="779E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4" name="Rectangle 56">
            <a:extLst>
              <a:ext uri="{FF2B5EF4-FFF2-40B4-BE49-F238E27FC236}">
                <a16:creationId xmlns:a16="http://schemas.microsoft.com/office/drawing/2014/main" id="{B14A4B9D-0B1E-5347-FD66-7FFF823CEDDA}"/>
              </a:ext>
            </a:extLst>
          </p:cNvPr>
          <p:cNvSpPr>
            <a:spLocks noChangeArrowheads="1"/>
          </p:cNvSpPr>
          <p:nvPr/>
        </p:nvSpPr>
        <p:spPr bwMode="auto">
          <a:xfrm>
            <a:off x="1222375" y="4713288"/>
            <a:ext cx="6230938" cy="36512"/>
          </a:xfrm>
          <a:prstGeom prst="rect">
            <a:avLst/>
          </a:prstGeom>
          <a:solidFill>
            <a:srgbClr val="78A0C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5" name="Rectangle 57">
            <a:extLst>
              <a:ext uri="{FF2B5EF4-FFF2-40B4-BE49-F238E27FC236}">
                <a16:creationId xmlns:a16="http://schemas.microsoft.com/office/drawing/2014/main" id="{132BB831-C49C-194B-8B74-911437AC3634}"/>
              </a:ext>
            </a:extLst>
          </p:cNvPr>
          <p:cNvSpPr>
            <a:spLocks noChangeArrowheads="1"/>
          </p:cNvSpPr>
          <p:nvPr/>
        </p:nvSpPr>
        <p:spPr bwMode="auto">
          <a:xfrm>
            <a:off x="1222375" y="4749800"/>
            <a:ext cx="6230938" cy="22225"/>
          </a:xfrm>
          <a:prstGeom prst="rect">
            <a:avLst/>
          </a:prstGeom>
          <a:solidFill>
            <a:srgbClr val="7AA2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6" name="Rectangle 58">
            <a:extLst>
              <a:ext uri="{FF2B5EF4-FFF2-40B4-BE49-F238E27FC236}">
                <a16:creationId xmlns:a16="http://schemas.microsoft.com/office/drawing/2014/main" id="{766A9430-D9C8-4116-E75A-B21BA7D73E8C}"/>
              </a:ext>
            </a:extLst>
          </p:cNvPr>
          <p:cNvSpPr>
            <a:spLocks noChangeArrowheads="1"/>
          </p:cNvSpPr>
          <p:nvPr/>
        </p:nvSpPr>
        <p:spPr bwMode="auto">
          <a:xfrm>
            <a:off x="1222375" y="4772025"/>
            <a:ext cx="6230938" cy="22225"/>
          </a:xfrm>
          <a:prstGeom prst="rect">
            <a:avLst/>
          </a:prstGeom>
          <a:solidFill>
            <a:srgbClr val="7BA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7" name="Rectangle 59">
            <a:extLst>
              <a:ext uri="{FF2B5EF4-FFF2-40B4-BE49-F238E27FC236}">
                <a16:creationId xmlns:a16="http://schemas.microsoft.com/office/drawing/2014/main" id="{77EB9270-D6FC-E06B-BB9F-F1941991F217}"/>
              </a:ext>
            </a:extLst>
          </p:cNvPr>
          <p:cNvSpPr>
            <a:spLocks noChangeArrowheads="1"/>
          </p:cNvSpPr>
          <p:nvPr/>
        </p:nvSpPr>
        <p:spPr bwMode="auto">
          <a:xfrm>
            <a:off x="1222375" y="4794250"/>
            <a:ext cx="6230938" cy="23813"/>
          </a:xfrm>
          <a:prstGeom prst="rect">
            <a:avLst/>
          </a:prstGeom>
          <a:solidFill>
            <a:srgbClr val="7CA5C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8" name="Rectangle 60">
            <a:extLst>
              <a:ext uri="{FF2B5EF4-FFF2-40B4-BE49-F238E27FC236}">
                <a16:creationId xmlns:a16="http://schemas.microsoft.com/office/drawing/2014/main" id="{74974E01-AE2A-9DCA-CA7B-0584AFA55345}"/>
              </a:ext>
            </a:extLst>
          </p:cNvPr>
          <p:cNvSpPr>
            <a:spLocks noChangeArrowheads="1"/>
          </p:cNvSpPr>
          <p:nvPr/>
        </p:nvSpPr>
        <p:spPr bwMode="auto">
          <a:xfrm>
            <a:off x="1222375" y="4818063"/>
            <a:ext cx="6230938" cy="25400"/>
          </a:xfrm>
          <a:prstGeom prst="rect">
            <a:avLst/>
          </a:prstGeom>
          <a:solidFill>
            <a:srgbClr val="7DA7D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09" name="Rectangle 61">
            <a:extLst>
              <a:ext uri="{FF2B5EF4-FFF2-40B4-BE49-F238E27FC236}">
                <a16:creationId xmlns:a16="http://schemas.microsoft.com/office/drawing/2014/main" id="{6948B3AB-1441-AACC-E55F-D33AE604FA5F}"/>
              </a:ext>
            </a:extLst>
          </p:cNvPr>
          <p:cNvSpPr>
            <a:spLocks noChangeArrowheads="1"/>
          </p:cNvSpPr>
          <p:nvPr/>
        </p:nvSpPr>
        <p:spPr bwMode="auto">
          <a:xfrm>
            <a:off x="1222375" y="4843463"/>
            <a:ext cx="6230938" cy="22225"/>
          </a:xfrm>
          <a:prstGeom prst="rect">
            <a:avLst/>
          </a:prstGeom>
          <a:solidFill>
            <a:srgbClr val="7EA8D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0" name="Rectangle 62">
            <a:extLst>
              <a:ext uri="{FF2B5EF4-FFF2-40B4-BE49-F238E27FC236}">
                <a16:creationId xmlns:a16="http://schemas.microsoft.com/office/drawing/2014/main" id="{723E2996-C90A-CADD-EB0E-C155D00C7093}"/>
              </a:ext>
            </a:extLst>
          </p:cNvPr>
          <p:cNvSpPr>
            <a:spLocks noChangeArrowheads="1"/>
          </p:cNvSpPr>
          <p:nvPr/>
        </p:nvSpPr>
        <p:spPr bwMode="auto">
          <a:xfrm>
            <a:off x="1222375" y="4865688"/>
            <a:ext cx="6230938" cy="22225"/>
          </a:xfrm>
          <a:prstGeom prst="rect">
            <a:avLst/>
          </a:prstGeom>
          <a:solidFill>
            <a:srgbClr val="7FAAD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1" name="Rectangle 63">
            <a:extLst>
              <a:ext uri="{FF2B5EF4-FFF2-40B4-BE49-F238E27FC236}">
                <a16:creationId xmlns:a16="http://schemas.microsoft.com/office/drawing/2014/main" id="{4022CD17-7979-08BA-07B3-FC652DBA7725}"/>
              </a:ext>
            </a:extLst>
          </p:cNvPr>
          <p:cNvSpPr>
            <a:spLocks noChangeArrowheads="1"/>
          </p:cNvSpPr>
          <p:nvPr/>
        </p:nvSpPr>
        <p:spPr bwMode="auto">
          <a:xfrm>
            <a:off x="1222375" y="4887913"/>
            <a:ext cx="6230938" cy="23812"/>
          </a:xfrm>
          <a:prstGeom prst="rect">
            <a:avLst/>
          </a:prstGeom>
          <a:solidFill>
            <a:srgbClr val="81AC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2" name="Rectangle 64">
            <a:extLst>
              <a:ext uri="{FF2B5EF4-FFF2-40B4-BE49-F238E27FC236}">
                <a16:creationId xmlns:a16="http://schemas.microsoft.com/office/drawing/2014/main" id="{F91A6922-9FEC-8E39-939A-30C90BF4C028}"/>
              </a:ext>
            </a:extLst>
          </p:cNvPr>
          <p:cNvSpPr>
            <a:spLocks noChangeArrowheads="1"/>
          </p:cNvSpPr>
          <p:nvPr/>
        </p:nvSpPr>
        <p:spPr bwMode="auto">
          <a:xfrm>
            <a:off x="1222375" y="4911725"/>
            <a:ext cx="6230938" cy="22225"/>
          </a:xfrm>
          <a:prstGeom prst="rect">
            <a:avLst/>
          </a:prstGeom>
          <a:solidFill>
            <a:srgbClr val="82AD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3" name="Rectangle 65">
            <a:extLst>
              <a:ext uri="{FF2B5EF4-FFF2-40B4-BE49-F238E27FC236}">
                <a16:creationId xmlns:a16="http://schemas.microsoft.com/office/drawing/2014/main" id="{4D5D83F9-3F52-D0DB-CE3C-1B3DDCB429CA}"/>
              </a:ext>
            </a:extLst>
          </p:cNvPr>
          <p:cNvSpPr>
            <a:spLocks noChangeArrowheads="1"/>
          </p:cNvSpPr>
          <p:nvPr/>
        </p:nvSpPr>
        <p:spPr bwMode="auto">
          <a:xfrm>
            <a:off x="1222375" y="4933950"/>
            <a:ext cx="6230938" cy="25400"/>
          </a:xfrm>
          <a:prstGeom prst="rect">
            <a:avLst/>
          </a:prstGeom>
          <a:solidFill>
            <a:srgbClr val="83AED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4" name="Rectangle 66">
            <a:extLst>
              <a:ext uri="{FF2B5EF4-FFF2-40B4-BE49-F238E27FC236}">
                <a16:creationId xmlns:a16="http://schemas.microsoft.com/office/drawing/2014/main" id="{4AC93010-A422-9AB6-EE42-545D8EBE4ABB}"/>
              </a:ext>
            </a:extLst>
          </p:cNvPr>
          <p:cNvSpPr>
            <a:spLocks noChangeArrowheads="1"/>
          </p:cNvSpPr>
          <p:nvPr/>
        </p:nvSpPr>
        <p:spPr bwMode="auto">
          <a:xfrm>
            <a:off x="1222375" y="4959350"/>
            <a:ext cx="6230938" cy="22225"/>
          </a:xfrm>
          <a:prstGeom prst="rect">
            <a:avLst/>
          </a:prstGeom>
          <a:solidFill>
            <a:srgbClr val="83AF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5" name="Rectangle 67">
            <a:extLst>
              <a:ext uri="{FF2B5EF4-FFF2-40B4-BE49-F238E27FC236}">
                <a16:creationId xmlns:a16="http://schemas.microsoft.com/office/drawing/2014/main" id="{1C66C2F8-AF05-3D95-0E3E-08D4D422ED88}"/>
              </a:ext>
            </a:extLst>
          </p:cNvPr>
          <p:cNvSpPr>
            <a:spLocks noChangeArrowheads="1"/>
          </p:cNvSpPr>
          <p:nvPr/>
        </p:nvSpPr>
        <p:spPr bwMode="auto">
          <a:xfrm>
            <a:off x="1222375" y="4981575"/>
            <a:ext cx="6230938" cy="34925"/>
          </a:xfrm>
          <a:prstGeom prst="rect">
            <a:avLst/>
          </a:prstGeom>
          <a:solidFill>
            <a:srgbClr val="85B1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6" name="Rectangle 68">
            <a:extLst>
              <a:ext uri="{FF2B5EF4-FFF2-40B4-BE49-F238E27FC236}">
                <a16:creationId xmlns:a16="http://schemas.microsoft.com/office/drawing/2014/main" id="{E6537F93-4306-32D3-217D-AB50E3BF3D74}"/>
              </a:ext>
            </a:extLst>
          </p:cNvPr>
          <p:cNvSpPr>
            <a:spLocks noChangeArrowheads="1"/>
          </p:cNvSpPr>
          <p:nvPr/>
        </p:nvSpPr>
        <p:spPr bwMode="auto">
          <a:xfrm>
            <a:off x="1222375" y="5016500"/>
            <a:ext cx="6230938" cy="23813"/>
          </a:xfrm>
          <a:prstGeom prst="rect">
            <a:avLst/>
          </a:prstGeom>
          <a:solidFill>
            <a:srgbClr val="87B3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7" name="Rectangle 69">
            <a:extLst>
              <a:ext uri="{FF2B5EF4-FFF2-40B4-BE49-F238E27FC236}">
                <a16:creationId xmlns:a16="http://schemas.microsoft.com/office/drawing/2014/main" id="{C82BC0BD-F689-1796-1943-9B63C06F3740}"/>
              </a:ext>
            </a:extLst>
          </p:cNvPr>
          <p:cNvSpPr>
            <a:spLocks noChangeArrowheads="1"/>
          </p:cNvSpPr>
          <p:nvPr/>
        </p:nvSpPr>
        <p:spPr bwMode="auto">
          <a:xfrm>
            <a:off x="1222375" y="5040313"/>
            <a:ext cx="6230938" cy="34925"/>
          </a:xfrm>
          <a:prstGeom prst="rect">
            <a:avLst/>
          </a:prstGeom>
          <a:solidFill>
            <a:srgbClr val="87B4E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8" name="Rectangle 70">
            <a:extLst>
              <a:ext uri="{FF2B5EF4-FFF2-40B4-BE49-F238E27FC236}">
                <a16:creationId xmlns:a16="http://schemas.microsoft.com/office/drawing/2014/main" id="{162083AD-513A-8916-C8D7-926ED72696FE}"/>
              </a:ext>
            </a:extLst>
          </p:cNvPr>
          <p:cNvSpPr>
            <a:spLocks noChangeArrowheads="1"/>
          </p:cNvSpPr>
          <p:nvPr/>
        </p:nvSpPr>
        <p:spPr bwMode="auto">
          <a:xfrm>
            <a:off x="1222375" y="5075238"/>
            <a:ext cx="6230938" cy="34925"/>
          </a:xfrm>
          <a:prstGeom prst="rect">
            <a:avLst/>
          </a:prstGeom>
          <a:solidFill>
            <a:srgbClr val="89B6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19" name="Rectangle 71">
            <a:extLst>
              <a:ext uri="{FF2B5EF4-FFF2-40B4-BE49-F238E27FC236}">
                <a16:creationId xmlns:a16="http://schemas.microsoft.com/office/drawing/2014/main" id="{04FF487C-A7AF-0173-F298-BEF555672F90}"/>
              </a:ext>
            </a:extLst>
          </p:cNvPr>
          <p:cNvSpPr>
            <a:spLocks noChangeArrowheads="1"/>
          </p:cNvSpPr>
          <p:nvPr/>
        </p:nvSpPr>
        <p:spPr bwMode="auto">
          <a:xfrm>
            <a:off x="1222375" y="5110163"/>
            <a:ext cx="6230938" cy="23812"/>
          </a:xfrm>
          <a:prstGeom prst="rect">
            <a:avLst/>
          </a:prstGeom>
          <a:solidFill>
            <a:srgbClr val="8AB8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0" name="Rectangle 72">
            <a:extLst>
              <a:ext uri="{FF2B5EF4-FFF2-40B4-BE49-F238E27FC236}">
                <a16:creationId xmlns:a16="http://schemas.microsoft.com/office/drawing/2014/main" id="{81CCAB65-3752-6986-7965-48B4B6EBA8CB}"/>
              </a:ext>
            </a:extLst>
          </p:cNvPr>
          <p:cNvSpPr>
            <a:spLocks noChangeArrowheads="1"/>
          </p:cNvSpPr>
          <p:nvPr/>
        </p:nvSpPr>
        <p:spPr bwMode="auto">
          <a:xfrm>
            <a:off x="1222375" y="5133975"/>
            <a:ext cx="6230938" cy="34925"/>
          </a:xfrm>
          <a:prstGeom prst="rect">
            <a:avLst/>
          </a:prstGeom>
          <a:solidFill>
            <a:srgbClr val="8BB9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1" name="Rectangle 73">
            <a:extLst>
              <a:ext uri="{FF2B5EF4-FFF2-40B4-BE49-F238E27FC236}">
                <a16:creationId xmlns:a16="http://schemas.microsoft.com/office/drawing/2014/main" id="{9ADBBC65-070C-DB04-1D35-EFAB418D7A38}"/>
              </a:ext>
            </a:extLst>
          </p:cNvPr>
          <p:cNvSpPr>
            <a:spLocks noChangeArrowheads="1"/>
          </p:cNvSpPr>
          <p:nvPr/>
        </p:nvSpPr>
        <p:spPr bwMode="auto">
          <a:xfrm>
            <a:off x="1222375" y="5168900"/>
            <a:ext cx="6230938" cy="34925"/>
          </a:xfrm>
          <a:prstGeom prst="rect">
            <a:avLst/>
          </a:prstGeom>
          <a:solidFill>
            <a:srgbClr val="8CBB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2" name="Rectangle 74">
            <a:extLst>
              <a:ext uri="{FF2B5EF4-FFF2-40B4-BE49-F238E27FC236}">
                <a16:creationId xmlns:a16="http://schemas.microsoft.com/office/drawing/2014/main" id="{6859CECE-3287-3BC7-D998-F801AC1D9706}"/>
              </a:ext>
            </a:extLst>
          </p:cNvPr>
          <p:cNvSpPr>
            <a:spLocks noChangeArrowheads="1"/>
          </p:cNvSpPr>
          <p:nvPr/>
        </p:nvSpPr>
        <p:spPr bwMode="auto">
          <a:xfrm>
            <a:off x="1222375" y="5203825"/>
            <a:ext cx="6230938" cy="33338"/>
          </a:xfrm>
          <a:prstGeom prst="rect">
            <a:avLst/>
          </a:prstGeom>
          <a:solidFill>
            <a:srgbClr val="8EBDE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3" name="Rectangle 75">
            <a:extLst>
              <a:ext uri="{FF2B5EF4-FFF2-40B4-BE49-F238E27FC236}">
                <a16:creationId xmlns:a16="http://schemas.microsoft.com/office/drawing/2014/main" id="{FC58E6D8-02EA-A177-3E3C-951492341DD3}"/>
              </a:ext>
            </a:extLst>
          </p:cNvPr>
          <p:cNvSpPr>
            <a:spLocks noChangeArrowheads="1"/>
          </p:cNvSpPr>
          <p:nvPr/>
        </p:nvSpPr>
        <p:spPr bwMode="auto">
          <a:xfrm>
            <a:off x="1222375" y="5237163"/>
            <a:ext cx="6230938" cy="34925"/>
          </a:xfrm>
          <a:prstGeom prst="rect">
            <a:avLst/>
          </a:prstGeom>
          <a:solidFill>
            <a:srgbClr val="8FB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4" name="Rectangle 76">
            <a:extLst>
              <a:ext uri="{FF2B5EF4-FFF2-40B4-BE49-F238E27FC236}">
                <a16:creationId xmlns:a16="http://schemas.microsoft.com/office/drawing/2014/main" id="{63B6268E-B7D5-8B50-EF28-C54AEAB1DA05}"/>
              </a:ext>
            </a:extLst>
          </p:cNvPr>
          <p:cNvSpPr>
            <a:spLocks noChangeArrowheads="1"/>
          </p:cNvSpPr>
          <p:nvPr/>
        </p:nvSpPr>
        <p:spPr bwMode="auto">
          <a:xfrm>
            <a:off x="1222375" y="5272088"/>
            <a:ext cx="6230938" cy="36512"/>
          </a:xfrm>
          <a:prstGeom prst="rect">
            <a:avLst/>
          </a:prstGeom>
          <a:solidFill>
            <a:srgbClr val="90C0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5" name="Rectangle 77">
            <a:extLst>
              <a:ext uri="{FF2B5EF4-FFF2-40B4-BE49-F238E27FC236}">
                <a16:creationId xmlns:a16="http://schemas.microsoft.com/office/drawing/2014/main" id="{2F344A0F-B98E-2774-6FE4-0D4203A9BB7F}"/>
              </a:ext>
            </a:extLst>
          </p:cNvPr>
          <p:cNvSpPr>
            <a:spLocks noChangeArrowheads="1"/>
          </p:cNvSpPr>
          <p:nvPr/>
        </p:nvSpPr>
        <p:spPr bwMode="auto">
          <a:xfrm>
            <a:off x="1222375" y="5308600"/>
            <a:ext cx="6230938" cy="47625"/>
          </a:xfrm>
          <a:prstGeom prst="rect">
            <a:avLst/>
          </a:prstGeom>
          <a:solidFill>
            <a:srgbClr val="91C1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6" name="Rectangle 78">
            <a:extLst>
              <a:ext uri="{FF2B5EF4-FFF2-40B4-BE49-F238E27FC236}">
                <a16:creationId xmlns:a16="http://schemas.microsoft.com/office/drawing/2014/main" id="{67482DC7-587D-7102-85B3-876A7BE77015}"/>
              </a:ext>
            </a:extLst>
          </p:cNvPr>
          <p:cNvSpPr>
            <a:spLocks noChangeArrowheads="1"/>
          </p:cNvSpPr>
          <p:nvPr/>
        </p:nvSpPr>
        <p:spPr bwMode="auto">
          <a:xfrm>
            <a:off x="1222375" y="5356225"/>
            <a:ext cx="6230938" cy="57150"/>
          </a:xfrm>
          <a:prstGeom prst="rect">
            <a:avLst/>
          </a:prstGeom>
          <a:solidFill>
            <a:srgbClr val="92C2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7" name="Rectangle 79">
            <a:extLst>
              <a:ext uri="{FF2B5EF4-FFF2-40B4-BE49-F238E27FC236}">
                <a16:creationId xmlns:a16="http://schemas.microsoft.com/office/drawing/2014/main" id="{A42555F4-F17A-77C1-87DB-FBE0436E14AF}"/>
              </a:ext>
            </a:extLst>
          </p:cNvPr>
          <p:cNvSpPr>
            <a:spLocks noChangeArrowheads="1"/>
          </p:cNvSpPr>
          <p:nvPr/>
        </p:nvSpPr>
        <p:spPr bwMode="auto">
          <a:xfrm>
            <a:off x="1222375" y="5413375"/>
            <a:ext cx="6230938" cy="46038"/>
          </a:xfrm>
          <a:prstGeom prst="rect">
            <a:avLst/>
          </a:prstGeom>
          <a:solidFill>
            <a:srgbClr val="93C4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8" name="Rectangle 80">
            <a:extLst>
              <a:ext uri="{FF2B5EF4-FFF2-40B4-BE49-F238E27FC236}">
                <a16:creationId xmlns:a16="http://schemas.microsoft.com/office/drawing/2014/main" id="{C57FE6F1-45A0-4D0F-3AB9-9031B1FEA9F5}"/>
              </a:ext>
            </a:extLst>
          </p:cNvPr>
          <p:cNvSpPr>
            <a:spLocks noChangeArrowheads="1"/>
          </p:cNvSpPr>
          <p:nvPr/>
        </p:nvSpPr>
        <p:spPr bwMode="auto">
          <a:xfrm>
            <a:off x="1222375" y="5459413"/>
            <a:ext cx="6230938" cy="71437"/>
          </a:xfrm>
          <a:prstGeom prst="rect">
            <a:avLst/>
          </a:prstGeom>
          <a:solidFill>
            <a:srgbClr val="94C5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29" name="Rectangle 81">
            <a:extLst>
              <a:ext uri="{FF2B5EF4-FFF2-40B4-BE49-F238E27FC236}">
                <a16:creationId xmlns:a16="http://schemas.microsoft.com/office/drawing/2014/main" id="{3A2A987A-8118-6493-48DC-CA61D9895450}"/>
              </a:ext>
            </a:extLst>
          </p:cNvPr>
          <p:cNvSpPr>
            <a:spLocks noChangeArrowheads="1"/>
          </p:cNvSpPr>
          <p:nvPr/>
        </p:nvSpPr>
        <p:spPr bwMode="auto">
          <a:xfrm>
            <a:off x="1222375" y="5530850"/>
            <a:ext cx="6230938" cy="69850"/>
          </a:xfrm>
          <a:prstGeom prst="rect">
            <a:avLst/>
          </a:prstGeom>
          <a:solidFill>
            <a:srgbClr val="95C7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30" name="Rectangle 82">
            <a:extLst>
              <a:ext uri="{FF2B5EF4-FFF2-40B4-BE49-F238E27FC236}">
                <a16:creationId xmlns:a16="http://schemas.microsoft.com/office/drawing/2014/main" id="{562B9BC2-7A02-9ED0-AD15-8AA877FE5819}"/>
              </a:ext>
            </a:extLst>
          </p:cNvPr>
          <p:cNvSpPr>
            <a:spLocks noChangeArrowheads="1"/>
          </p:cNvSpPr>
          <p:nvPr/>
        </p:nvSpPr>
        <p:spPr bwMode="auto">
          <a:xfrm>
            <a:off x="1222375" y="5600700"/>
            <a:ext cx="6230938" cy="68263"/>
          </a:xfrm>
          <a:prstGeom prst="rect">
            <a:avLst/>
          </a:prstGeom>
          <a:solidFill>
            <a:srgbClr val="96C8F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31" name="Rectangle 83">
            <a:extLst>
              <a:ext uri="{FF2B5EF4-FFF2-40B4-BE49-F238E27FC236}">
                <a16:creationId xmlns:a16="http://schemas.microsoft.com/office/drawing/2014/main" id="{5430225C-8530-2998-3AD8-6807AF5BCB1B}"/>
              </a:ext>
            </a:extLst>
          </p:cNvPr>
          <p:cNvSpPr>
            <a:spLocks noChangeArrowheads="1"/>
          </p:cNvSpPr>
          <p:nvPr/>
        </p:nvSpPr>
        <p:spPr bwMode="auto">
          <a:xfrm>
            <a:off x="1222375" y="5668963"/>
            <a:ext cx="6230938" cy="115887"/>
          </a:xfrm>
          <a:prstGeom prst="rect">
            <a:avLst/>
          </a:prstGeom>
          <a:solidFill>
            <a:srgbClr val="97CAF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32" name="Rectangle 84">
            <a:extLst>
              <a:ext uri="{FF2B5EF4-FFF2-40B4-BE49-F238E27FC236}">
                <a16:creationId xmlns:a16="http://schemas.microsoft.com/office/drawing/2014/main" id="{4B535E48-21C2-D332-B306-B44271E701C5}"/>
              </a:ext>
            </a:extLst>
          </p:cNvPr>
          <p:cNvSpPr>
            <a:spLocks noChangeArrowheads="1"/>
          </p:cNvSpPr>
          <p:nvPr/>
        </p:nvSpPr>
        <p:spPr bwMode="auto">
          <a:xfrm>
            <a:off x="1222375" y="5784850"/>
            <a:ext cx="6230938" cy="1063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133" name="Line 85">
            <a:extLst>
              <a:ext uri="{FF2B5EF4-FFF2-40B4-BE49-F238E27FC236}">
                <a16:creationId xmlns:a16="http://schemas.microsoft.com/office/drawing/2014/main" id="{1A2B8BDA-A682-FC53-4886-D2F2ECD7D354}"/>
              </a:ext>
            </a:extLst>
          </p:cNvPr>
          <p:cNvSpPr>
            <a:spLocks noChangeShapeType="1"/>
          </p:cNvSpPr>
          <p:nvPr/>
        </p:nvSpPr>
        <p:spPr bwMode="auto">
          <a:xfrm>
            <a:off x="1235075" y="5530850"/>
            <a:ext cx="62309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34" name="Line 86">
            <a:extLst>
              <a:ext uri="{FF2B5EF4-FFF2-40B4-BE49-F238E27FC236}">
                <a16:creationId xmlns:a16="http://schemas.microsoft.com/office/drawing/2014/main" id="{15D72FD3-CB96-D7FF-3EA2-1951EE41FA4D}"/>
              </a:ext>
            </a:extLst>
          </p:cNvPr>
          <p:cNvSpPr>
            <a:spLocks noChangeShapeType="1"/>
          </p:cNvSpPr>
          <p:nvPr/>
        </p:nvSpPr>
        <p:spPr bwMode="auto">
          <a:xfrm>
            <a:off x="1235075" y="5133975"/>
            <a:ext cx="62309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35" name="Line 87">
            <a:extLst>
              <a:ext uri="{FF2B5EF4-FFF2-40B4-BE49-F238E27FC236}">
                <a16:creationId xmlns:a16="http://schemas.microsoft.com/office/drawing/2014/main" id="{186FE03A-D70F-E079-82EE-0C030FF0EEF4}"/>
              </a:ext>
            </a:extLst>
          </p:cNvPr>
          <p:cNvSpPr>
            <a:spLocks noChangeShapeType="1"/>
          </p:cNvSpPr>
          <p:nvPr/>
        </p:nvSpPr>
        <p:spPr bwMode="auto">
          <a:xfrm>
            <a:off x="1235075" y="4749800"/>
            <a:ext cx="62309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36" name="Line 88">
            <a:extLst>
              <a:ext uri="{FF2B5EF4-FFF2-40B4-BE49-F238E27FC236}">
                <a16:creationId xmlns:a16="http://schemas.microsoft.com/office/drawing/2014/main" id="{2397BDE4-1050-D644-D8CF-1506A996C919}"/>
              </a:ext>
            </a:extLst>
          </p:cNvPr>
          <p:cNvSpPr>
            <a:spLocks noChangeShapeType="1"/>
          </p:cNvSpPr>
          <p:nvPr/>
        </p:nvSpPr>
        <p:spPr bwMode="auto">
          <a:xfrm>
            <a:off x="1235075" y="4352925"/>
            <a:ext cx="62309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37" name="Line 89">
            <a:extLst>
              <a:ext uri="{FF2B5EF4-FFF2-40B4-BE49-F238E27FC236}">
                <a16:creationId xmlns:a16="http://schemas.microsoft.com/office/drawing/2014/main" id="{39F72F27-9CDF-2481-6552-C1F0FD5E4F2E}"/>
              </a:ext>
            </a:extLst>
          </p:cNvPr>
          <p:cNvSpPr>
            <a:spLocks noChangeShapeType="1"/>
          </p:cNvSpPr>
          <p:nvPr/>
        </p:nvSpPr>
        <p:spPr bwMode="auto">
          <a:xfrm>
            <a:off x="1235075" y="3967163"/>
            <a:ext cx="62309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38" name="Rectangle 90">
            <a:extLst>
              <a:ext uri="{FF2B5EF4-FFF2-40B4-BE49-F238E27FC236}">
                <a16:creationId xmlns:a16="http://schemas.microsoft.com/office/drawing/2014/main" id="{1EC9CD20-98BE-605F-D2EC-831441E71C2B}"/>
              </a:ext>
            </a:extLst>
          </p:cNvPr>
          <p:cNvSpPr>
            <a:spLocks noChangeArrowheads="1"/>
          </p:cNvSpPr>
          <p:nvPr/>
        </p:nvSpPr>
        <p:spPr bwMode="auto">
          <a:xfrm>
            <a:off x="1235075" y="3771900"/>
            <a:ext cx="6230938" cy="2143125"/>
          </a:xfrm>
          <a:prstGeom prst="rect">
            <a:avLst/>
          </a:prstGeom>
          <a:noFill/>
          <a:ln w="11113">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0139" name="Rectangle 91">
            <a:extLst>
              <a:ext uri="{FF2B5EF4-FFF2-40B4-BE49-F238E27FC236}">
                <a16:creationId xmlns:a16="http://schemas.microsoft.com/office/drawing/2014/main" id="{4BBD2390-21FB-E83A-F8AD-849CCE128910}"/>
              </a:ext>
            </a:extLst>
          </p:cNvPr>
          <p:cNvSpPr>
            <a:spLocks noChangeArrowheads="1"/>
          </p:cNvSpPr>
          <p:nvPr/>
        </p:nvSpPr>
        <p:spPr bwMode="auto">
          <a:xfrm>
            <a:off x="1363663" y="5588000"/>
            <a:ext cx="177800" cy="327025"/>
          </a:xfrm>
          <a:prstGeom prst="rect">
            <a:avLst/>
          </a:prstGeom>
          <a:solidFill>
            <a:srgbClr val="FF0000"/>
          </a:solidFill>
          <a:ln w="11113">
            <a:solidFill>
              <a:srgbClr val="000000"/>
            </a:solidFill>
            <a:miter lim="800000"/>
            <a:headEnd/>
            <a:tailEnd/>
          </a:ln>
        </p:spPr>
        <p:txBody>
          <a:bodyPr/>
          <a:lstStyle/>
          <a:p>
            <a:endParaRPr lang="en-US"/>
          </a:p>
        </p:txBody>
      </p:sp>
      <p:sp>
        <p:nvSpPr>
          <p:cNvPr id="130140" name="Rectangle 92">
            <a:extLst>
              <a:ext uri="{FF2B5EF4-FFF2-40B4-BE49-F238E27FC236}">
                <a16:creationId xmlns:a16="http://schemas.microsoft.com/office/drawing/2014/main" id="{68A1BDD9-BD83-BD24-BE82-5366873AE8E0}"/>
              </a:ext>
            </a:extLst>
          </p:cNvPr>
          <p:cNvSpPr>
            <a:spLocks noChangeArrowheads="1"/>
          </p:cNvSpPr>
          <p:nvPr/>
        </p:nvSpPr>
        <p:spPr bwMode="auto">
          <a:xfrm>
            <a:off x="1985963" y="5507038"/>
            <a:ext cx="177800" cy="407987"/>
          </a:xfrm>
          <a:prstGeom prst="rect">
            <a:avLst/>
          </a:prstGeom>
          <a:solidFill>
            <a:srgbClr val="FF0000"/>
          </a:solidFill>
          <a:ln w="11113">
            <a:solidFill>
              <a:srgbClr val="000000"/>
            </a:solidFill>
            <a:miter lim="800000"/>
            <a:headEnd/>
            <a:tailEnd/>
          </a:ln>
        </p:spPr>
        <p:txBody>
          <a:bodyPr/>
          <a:lstStyle/>
          <a:p>
            <a:endParaRPr lang="en-US"/>
          </a:p>
        </p:txBody>
      </p:sp>
      <p:sp>
        <p:nvSpPr>
          <p:cNvPr id="130141" name="Rectangle 93">
            <a:extLst>
              <a:ext uri="{FF2B5EF4-FFF2-40B4-BE49-F238E27FC236}">
                <a16:creationId xmlns:a16="http://schemas.microsoft.com/office/drawing/2014/main" id="{94FD7348-0A5A-2A35-2397-2134203A7931}"/>
              </a:ext>
            </a:extLst>
          </p:cNvPr>
          <p:cNvSpPr>
            <a:spLocks noChangeArrowheads="1"/>
          </p:cNvSpPr>
          <p:nvPr/>
        </p:nvSpPr>
        <p:spPr bwMode="auto">
          <a:xfrm>
            <a:off x="2609850" y="5659438"/>
            <a:ext cx="177800" cy="255587"/>
          </a:xfrm>
          <a:prstGeom prst="rect">
            <a:avLst/>
          </a:prstGeom>
          <a:solidFill>
            <a:srgbClr val="FF0000"/>
          </a:solidFill>
          <a:ln w="11113">
            <a:solidFill>
              <a:srgbClr val="000000"/>
            </a:solidFill>
            <a:miter lim="800000"/>
            <a:headEnd/>
            <a:tailEnd/>
          </a:ln>
        </p:spPr>
        <p:txBody>
          <a:bodyPr/>
          <a:lstStyle/>
          <a:p>
            <a:endParaRPr lang="en-US"/>
          </a:p>
        </p:txBody>
      </p:sp>
      <p:sp>
        <p:nvSpPr>
          <p:cNvPr id="130142" name="Rectangle 94">
            <a:extLst>
              <a:ext uri="{FF2B5EF4-FFF2-40B4-BE49-F238E27FC236}">
                <a16:creationId xmlns:a16="http://schemas.microsoft.com/office/drawing/2014/main" id="{CD46E8E8-8C9C-1457-C21D-1204AAC3A678}"/>
              </a:ext>
            </a:extLst>
          </p:cNvPr>
          <p:cNvSpPr>
            <a:spLocks noChangeArrowheads="1"/>
          </p:cNvSpPr>
          <p:nvPr/>
        </p:nvSpPr>
        <p:spPr bwMode="auto">
          <a:xfrm>
            <a:off x="3232150" y="5272088"/>
            <a:ext cx="177800" cy="642937"/>
          </a:xfrm>
          <a:prstGeom prst="rect">
            <a:avLst/>
          </a:prstGeom>
          <a:solidFill>
            <a:srgbClr val="FF0000"/>
          </a:solidFill>
          <a:ln w="11113">
            <a:solidFill>
              <a:srgbClr val="000000"/>
            </a:solidFill>
            <a:miter lim="800000"/>
            <a:headEnd/>
            <a:tailEnd/>
          </a:ln>
        </p:spPr>
        <p:txBody>
          <a:bodyPr/>
          <a:lstStyle/>
          <a:p>
            <a:endParaRPr lang="en-US"/>
          </a:p>
        </p:txBody>
      </p:sp>
      <p:sp>
        <p:nvSpPr>
          <p:cNvPr id="130143" name="Rectangle 95">
            <a:extLst>
              <a:ext uri="{FF2B5EF4-FFF2-40B4-BE49-F238E27FC236}">
                <a16:creationId xmlns:a16="http://schemas.microsoft.com/office/drawing/2014/main" id="{FB6D7A5D-B47A-A630-11B1-7565706BA861}"/>
              </a:ext>
            </a:extLst>
          </p:cNvPr>
          <p:cNvSpPr>
            <a:spLocks noChangeArrowheads="1"/>
          </p:cNvSpPr>
          <p:nvPr/>
        </p:nvSpPr>
        <p:spPr bwMode="auto">
          <a:xfrm>
            <a:off x="3856038" y="4468813"/>
            <a:ext cx="177800" cy="1446212"/>
          </a:xfrm>
          <a:prstGeom prst="rect">
            <a:avLst/>
          </a:prstGeom>
          <a:solidFill>
            <a:srgbClr val="FF0000"/>
          </a:solidFill>
          <a:ln w="11113">
            <a:solidFill>
              <a:srgbClr val="000000"/>
            </a:solidFill>
            <a:miter lim="800000"/>
            <a:headEnd/>
            <a:tailEnd/>
          </a:ln>
        </p:spPr>
        <p:txBody>
          <a:bodyPr/>
          <a:lstStyle/>
          <a:p>
            <a:endParaRPr lang="en-US"/>
          </a:p>
        </p:txBody>
      </p:sp>
      <p:sp>
        <p:nvSpPr>
          <p:cNvPr id="130144" name="Rectangle 96">
            <a:extLst>
              <a:ext uri="{FF2B5EF4-FFF2-40B4-BE49-F238E27FC236}">
                <a16:creationId xmlns:a16="http://schemas.microsoft.com/office/drawing/2014/main" id="{F0E87A82-938C-B582-34DD-7E08F72C81D8}"/>
              </a:ext>
            </a:extLst>
          </p:cNvPr>
          <p:cNvSpPr>
            <a:spLocks noChangeArrowheads="1"/>
          </p:cNvSpPr>
          <p:nvPr/>
        </p:nvSpPr>
        <p:spPr bwMode="auto">
          <a:xfrm>
            <a:off x="4476750" y="5692775"/>
            <a:ext cx="177800" cy="222250"/>
          </a:xfrm>
          <a:prstGeom prst="rect">
            <a:avLst/>
          </a:prstGeom>
          <a:solidFill>
            <a:srgbClr val="FF0000"/>
          </a:solidFill>
          <a:ln w="11113">
            <a:solidFill>
              <a:srgbClr val="000000"/>
            </a:solidFill>
            <a:miter lim="800000"/>
            <a:headEnd/>
            <a:tailEnd/>
          </a:ln>
        </p:spPr>
        <p:txBody>
          <a:bodyPr/>
          <a:lstStyle/>
          <a:p>
            <a:endParaRPr lang="en-US"/>
          </a:p>
        </p:txBody>
      </p:sp>
      <p:sp>
        <p:nvSpPr>
          <p:cNvPr id="130145" name="Rectangle 97">
            <a:extLst>
              <a:ext uri="{FF2B5EF4-FFF2-40B4-BE49-F238E27FC236}">
                <a16:creationId xmlns:a16="http://schemas.microsoft.com/office/drawing/2014/main" id="{5CE0C130-17F6-E0F5-9ED5-2BB038AC66E6}"/>
              </a:ext>
            </a:extLst>
          </p:cNvPr>
          <p:cNvSpPr>
            <a:spLocks noChangeArrowheads="1"/>
          </p:cNvSpPr>
          <p:nvPr/>
        </p:nvSpPr>
        <p:spPr bwMode="auto">
          <a:xfrm>
            <a:off x="5100638" y="5634038"/>
            <a:ext cx="177800" cy="280987"/>
          </a:xfrm>
          <a:prstGeom prst="rect">
            <a:avLst/>
          </a:prstGeom>
          <a:solidFill>
            <a:srgbClr val="FF0000"/>
          </a:solidFill>
          <a:ln w="11113">
            <a:solidFill>
              <a:srgbClr val="000000"/>
            </a:solidFill>
            <a:miter lim="800000"/>
            <a:headEnd/>
            <a:tailEnd/>
          </a:ln>
        </p:spPr>
        <p:txBody>
          <a:bodyPr/>
          <a:lstStyle/>
          <a:p>
            <a:endParaRPr lang="en-US"/>
          </a:p>
        </p:txBody>
      </p:sp>
      <p:sp>
        <p:nvSpPr>
          <p:cNvPr id="130146" name="Rectangle 98">
            <a:extLst>
              <a:ext uri="{FF2B5EF4-FFF2-40B4-BE49-F238E27FC236}">
                <a16:creationId xmlns:a16="http://schemas.microsoft.com/office/drawing/2014/main" id="{59AE40ED-1D02-AC98-3602-4B209DB41AFA}"/>
              </a:ext>
            </a:extLst>
          </p:cNvPr>
          <p:cNvSpPr>
            <a:spLocks noChangeArrowheads="1"/>
          </p:cNvSpPr>
          <p:nvPr/>
        </p:nvSpPr>
        <p:spPr bwMode="auto">
          <a:xfrm>
            <a:off x="5722938" y="3840163"/>
            <a:ext cx="179387" cy="2074862"/>
          </a:xfrm>
          <a:prstGeom prst="rect">
            <a:avLst/>
          </a:prstGeom>
          <a:solidFill>
            <a:srgbClr val="FF0000"/>
          </a:solidFill>
          <a:ln w="11113">
            <a:solidFill>
              <a:srgbClr val="000000"/>
            </a:solidFill>
            <a:miter lim="800000"/>
            <a:headEnd/>
            <a:tailEnd/>
          </a:ln>
        </p:spPr>
        <p:txBody>
          <a:bodyPr/>
          <a:lstStyle/>
          <a:p>
            <a:endParaRPr lang="en-US"/>
          </a:p>
        </p:txBody>
      </p:sp>
      <p:sp>
        <p:nvSpPr>
          <p:cNvPr id="130147" name="Rectangle 99">
            <a:extLst>
              <a:ext uri="{FF2B5EF4-FFF2-40B4-BE49-F238E27FC236}">
                <a16:creationId xmlns:a16="http://schemas.microsoft.com/office/drawing/2014/main" id="{DCD23F3C-EBB6-20BE-C93A-A295A3E6FE53}"/>
              </a:ext>
            </a:extLst>
          </p:cNvPr>
          <p:cNvSpPr>
            <a:spLocks noChangeArrowheads="1"/>
          </p:cNvSpPr>
          <p:nvPr/>
        </p:nvSpPr>
        <p:spPr bwMode="auto">
          <a:xfrm>
            <a:off x="6346825" y="5575300"/>
            <a:ext cx="177800" cy="339725"/>
          </a:xfrm>
          <a:prstGeom prst="rect">
            <a:avLst/>
          </a:prstGeom>
          <a:solidFill>
            <a:srgbClr val="FF0000"/>
          </a:solidFill>
          <a:ln w="11113">
            <a:solidFill>
              <a:srgbClr val="000000"/>
            </a:solidFill>
            <a:miter lim="800000"/>
            <a:headEnd/>
            <a:tailEnd/>
          </a:ln>
        </p:spPr>
        <p:txBody>
          <a:bodyPr/>
          <a:lstStyle/>
          <a:p>
            <a:endParaRPr lang="en-US"/>
          </a:p>
        </p:txBody>
      </p:sp>
      <p:sp>
        <p:nvSpPr>
          <p:cNvPr id="130148" name="Rectangle 100">
            <a:extLst>
              <a:ext uri="{FF2B5EF4-FFF2-40B4-BE49-F238E27FC236}">
                <a16:creationId xmlns:a16="http://schemas.microsoft.com/office/drawing/2014/main" id="{40C6D38E-0283-F358-7CD8-557CF832703E}"/>
              </a:ext>
            </a:extLst>
          </p:cNvPr>
          <p:cNvSpPr>
            <a:spLocks noChangeArrowheads="1"/>
          </p:cNvSpPr>
          <p:nvPr/>
        </p:nvSpPr>
        <p:spPr bwMode="auto">
          <a:xfrm>
            <a:off x="6970713" y="4643438"/>
            <a:ext cx="177800" cy="1271587"/>
          </a:xfrm>
          <a:prstGeom prst="rect">
            <a:avLst/>
          </a:prstGeom>
          <a:solidFill>
            <a:srgbClr val="FF0000"/>
          </a:solidFill>
          <a:ln w="11113">
            <a:solidFill>
              <a:srgbClr val="000000"/>
            </a:solidFill>
            <a:miter lim="800000"/>
            <a:headEnd/>
            <a:tailEnd/>
          </a:ln>
        </p:spPr>
        <p:txBody>
          <a:bodyPr/>
          <a:lstStyle/>
          <a:p>
            <a:endParaRPr lang="en-US"/>
          </a:p>
        </p:txBody>
      </p:sp>
      <p:sp>
        <p:nvSpPr>
          <p:cNvPr id="130149" name="Rectangle 101">
            <a:extLst>
              <a:ext uri="{FF2B5EF4-FFF2-40B4-BE49-F238E27FC236}">
                <a16:creationId xmlns:a16="http://schemas.microsoft.com/office/drawing/2014/main" id="{9F8620B8-64B7-6E04-D7DB-F50336CE5C7C}"/>
              </a:ext>
            </a:extLst>
          </p:cNvPr>
          <p:cNvSpPr>
            <a:spLocks noChangeArrowheads="1"/>
          </p:cNvSpPr>
          <p:nvPr/>
        </p:nvSpPr>
        <p:spPr bwMode="auto">
          <a:xfrm>
            <a:off x="1541463" y="5659438"/>
            <a:ext cx="177800" cy="255587"/>
          </a:xfrm>
          <a:prstGeom prst="rect">
            <a:avLst/>
          </a:prstGeom>
          <a:solidFill>
            <a:srgbClr val="00FF00"/>
          </a:solidFill>
          <a:ln w="11113">
            <a:solidFill>
              <a:srgbClr val="000000"/>
            </a:solidFill>
            <a:miter lim="800000"/>
            <a:headEnd/>
            <a:tailEnd/>
          </a:ln>
        </p:spPr>
        <p:txBody>
          <a:bodyPr/>
          <a:lstStyle/>
          <a:p>
            <a:endParaRPr lang="en-US"/>
          </a:p>
        </p:txBody>
      </p:sp>
      <p:sp>
        <p:nvSpPr>
          <p:cNvPr id="130150" name="Rectangle 102">
            <a:extLst>
              <a:ext uri="{FF2B5EF4-FFF2-40B4-BE49-F238E27FC236}">
                <a16:creationId xmlns:a16="http://schemas.microsoft.com/office/drawing/2014/main" id="{7A390AEC-B71A-A108-5275-E52184F8FE5D}"/>
              </a:ext>
            </a:extLst>
          </p:cNvPr>
          <p:cNvSpPr>
            <a:spLocks noChangeArrowheads="1"/>
          </p:cNvSpPr>
          <p:nvPr/>
        </p:nvSpPr>
        <p:spPr bwMode="auto">
          <a:xfrm>
            <a:off x="2163763" y="5588000"/>
            <a:ext cx="177800" cy="327025"/>
          </a:xfrm>
          <a:prstGeom prst="rect">
            <a:avLst/>
          </a:prstGeom>
          <a:solidFill>
            <a:srgbClr val="00FF00"/>
          </a:solidFill>
          <a:ln w="11113">
            <a:solidFill>
              <a:srgbClr val="000000"/>
            </a:solidFill>
            <a:miter lim="800000"/>
            <a:headEnd/>
            <a:tailEnd/>
          </a:ln>
        </p:spPr>
        <p:txBody>
          <a:bodyPr/>
          <a:lstStyle/>
          <a:p>
            <a:endParaRPr lang="en-US"/>
          </a:p>
        </p:txBody>
      </p:sp>
      <p:sp>
        <p:nvSpPr>
          <p:cNvPr id="130151" name="Rectangle 103">
            <a:extLst>
              <a:ext uri="{FF2B5EF4-FFF2-40B4-BE49-F238E27FC236}">
                <a16:creationId xmlns:a16="http://schemas.microsoft.com/office/drawing/2014/main" id="{8A445B9B-CA3D-2C8E-2366-E400F505B178}"/>
              </a:ext>
            </a:extLst>
          </p:cNvPr>
          <p:cNvSpPr>
            <a:spLocks noChangeArrowheads="1"/>
          </p:cNvSpPr>
          <p:nvPr/>
        </p:nvSpPr>
        <p:spPr bwMode="auto">
          <a:xfrm>
            <a:off x="2787650" y="5727700"/>
            <a:ext cx="177800" cy="187325"/>
          </a:xfrm>
          <a:prstGeom prst="rect">
            <a:avLst/>
          </a:prstGeom>
          <a:solidFill>
            <a:srgbClr val="00FF00"/>
          </a:solidFill>
          <a:ln w="11113">
            <a:solidFill>
              <a:srgbClr val="000000"/>
            </a:solidFill>
            <a:miter lim="800000"/>
            <a:headEnd/>
            <a:tailEnd/>
          </a:ln>
        </p:spPr>
        <p:txBody>
          <a:bodyPr/>
          <a:lstStyle/>
          <a:p>
            <a:endParaRPr lang="en-US"/>
          </a:p>
        </p:txBody>
      </p:sp>
      <p:sp>
        <p:nvSpPr>
          <p:cNvPr id="130152" name="Rectangle 104">
            <a:extLst>
              <a:ext uri="{FF2B5EF4-FFF2-40B4-BE49-F238E27FC236}">
                <a16:creationId xmlns:a16="http://schemas.microsoft.com/office/drawing/2014/main" id="{B1B719C0-B38A-D30B-A89B-101DB2EBD11B}"/>
              </a:ext>
            </a:extLst>
          </p:cNvPr>
          <p:cNvSpPr>
            <a:spLocks noChangeArrowheads="1"/>
          </p:cNvSpPr>
          <p:nvPr/>
        </p:nvSpPr>
        <p:spPr bwMode="auto">
          <a:xfrm>
            <a:off x="3409950" y="5437188"/>
            <a:ext cx="179388" cy="477837"/>
          </a:xfrm>
          <a:prstGeom prst="rect">
            <a:avLst/>
          </a:prstGeom>
          <a:solidFill>
            <a:srgbClr val="00FF00"/>
          </a:solidFill>
          <a:ln w="11113">
            <a:solidFill>
              <a:srgbClr val="000000"/>
            </a:solidFill>
            <a:miter lim="800000"/>
            <a:headEnd/>
            <a:tailEnd/>
          </a:ln>
        </p:spPr>
        <p:txBody>
          <a:bodyPr/>
          <a:lstStyle/>
          <a:p>
            <a:endParaRPr lang="en-US"/>
          </a:p>
        </p:txBody>
      </p:sp>
      <p:sp>
        <p:nvSpPr>
          <p:cNvPr id="130153" name="Rectangle 105">
            <a:extLst>
              <a:ext uri="{FF2B5EF4-FFF2-40B4-BE49-F238E27FC236}">
                <a16:creationId xmlns:a16="http://schemas.microsoft.com/office/drawing/2014/main" id="{6EC893BF-7703-843D-C112-97F9E6F9F8CF}"/>
              </a:ext>
            </a:extLst>
          </p:cNvPr>
          <p:cNvSpPr>
            <a:spLocks noChangeArrowheads="1"/>
          </p:cNvSpPr>
          <p:nvPr/>
        </p:nvSpPr>
        <p:spPr bwMode="auto">
          <a:xfrm>
            <a:off x="4033838" y="4959350"/>
            <a:ext cx="176212" cy="955675"/>
          </a:xfrm>
          <a:prstGeom prst="rect">
            <a:avLst/>
          </a:prstGeom>
          <a:solidFill>
            <a:srgbClr val="00FF00"/>
          </a:solidFill>
          <a:ln w="11113">
            <a:solidFill>
              <a:srgbClr val="000000"/>
            </a:solidFill>
            <a:miter lim="800000"/>
            <a:headEnd/>
            <a:tailEnd/>
          </a:ln>
        </p:spPr>
        <p:txBody>
          <a:bodyPr/>
          <a:lstStyle/>
          <a:p>
            <a:endParaRPr lang="en-US"/>
          </a:p>
        </p:txBody>
      </p:sp>
      <p:sp>
        <p:nvSpPr>
          <p:cNvPr id="130154" name="Rectangle 106">
            <a:extLst>
              <a:ext uri="{FF2B5EF4-FFF2-40B4-BE49-F238E27FC236}">
                <a16:creationId xmlns:a16="http://schemas.microsoft.com/office/drawing/2014/main" id="{2924D492-809C-E994-E7F1-F447B0C9A592}"/>
              </a:ext>
            </a:extLst>
          </p:cNvPr>
          <p:cNvSpPr>
            <a:spLocks noChangeArrowheads="1"/>
          </p:cNvSpPr>
          <p:nvPr/>
        </p:nvSpPr>
        <p:spPr bwMode="auto">
          <a:xfrm>
            <a:off x="4654550" y="5740400"/>
            <a:ext cx="179388" cy="174625"/>
          </a:xfrm>
          <a:prstGeom prst="rect">
            <a:avLst/>
          </a:prstGeom>
          <a:solidFill>
            <a:srgbClr val="00FF00"/>
          </a:solidFill>
          <a:ln w="11113">
            <a:solidFill>
              <a:srgbClr val="000000"/>
            </a:solidFill>
            <a:miter lim="800000"/>
            <a:headEnd/>
            <a:tailEnd/>
          </a:ln>
        </p:spPr>
        <p:txBody>
          <a:bodyPr/>
          <a:lstStyle/>
          <a:p>
            <a:endParaRPr lang="en-US"/>
          </a:p>
        </p:txBody>
      </p:sp>
      <p:sp>
        <p:nvSpPr>
          <p:cNvPr id="130155" name="Rectangle 107">
            <a:extLst>
              <a:ext uri="{FF2B5EF4-FFF2-40B4-BE49-F238E27FC236}">
                <a16:creationId xmlns:a16="http://schemas.microsoft.com/office/drawing/2014/main" id="{08EE6D08-BDE8-3A00-EFEF-44DB9156B48B}"/>
              </a:ext>
            </a:extLst>
          </p:cNvPr>
          <p:cNvSpPr>
            <a:spLocks noChangeArrowheads="1"/>
          </p:cNvSpPr>
          <p:nvPr/>
        </p:nvSpPr>
        <p:spPr bwMode="auto">
          <a:xfrm>
            <a:off x="5278438" y="5692775"/>
            <a:ext cx="177800" cy="222250"/>
          </a:xfrm>
          <a:prstGeom prst="rect">
            <a:avLst/>
          </a:prstGeom>
          <a:solidFill>
            <a:srgbClr val="00FF00"/>
          </a:solidFill>
          <a:ln w="11113">
            <a:solidFill>
              <a:srgbClr val="000000"/>
            </a:solidFill>
            <a:miter lim="800000"/>
            <a:headEnd/>
            <a:tailEnd/>
          </a:ln>
        </p:spPr>
        <p:txBody>
          <a:bodyPr/>
          <a:lstStyle/>
          <a:p>
            <a:endParaRPr lang="en-US"/>
          </a:p>
        </p:txBody>
      </p:sp>
      <p:sp>
        <p:nvSpPr>
          <p:cNvPr id="130156" name="Rectangle 108">
            <a:extLst>
              <a:ext uri="{FF2B5EF4-FFF2-40B4-BE49-F238E27FC236}">
                <a16:creationId xmlns:a16="http://schemas.microsoft.com/office/drawing/2014/main" id="{63A4B6F5-C014-22AD-38D0-C2B637553C91}"/>
              </a:ext>
            </a:extLst>
          </p:cNvPr>
          <p:cNvSpPr>
            <a:spLocks noChangeArrowheads="1"/>
          </p:cNvSpPr>
          <p:nvPr/>
        </p:nvSpPr>
        <p:spPr bwMode="auto">
          <a:xfrm>
            <a:off x="5902325" y="4724400"/>
            <a:ext cx="177800" cy="1190625"/>
          </a:xfrm>
          <a:prstGeom prst="rect">
            <a:avLst/>
          </a:prstGeom>
          <a:solidFill>
            <a:srgbClr val="00FF00"/>
          </a:solidFill>
          <a:ln w="11113">
            <a:solidFill>
              <a:srgbClr val="000000"/>
            </a:solidFill>
            <a:miter lim="800000"/>
            <a:headEnd/>
            <a:tailEnd/>
          </a:ln>
        </p:spPr>
        <p:txBody>
          <a:bodyPr/>
          <a:lstStyle/>
          <a:p>
            <a:endParaRPr lang="en-US"/>
          </a:p>
        </p:txBody>
      </p:sp>
      <p:sp>
        <p:nvSpPr>
          <p:cNvPr id="130157" name="Rectangle 109">
            <a:extLst>
              <a:ext uri="{FF2B5EF4-FFF2-40B4-BE49-F238E27FC236}">
                <a16:creationId xmlns:a16="http://schemas.microsoft.com/office/drawing/2014/main" id="{765F0FB0-E88D-2C8E-BC8C-F08BFD28B633}"/>
              </a:ext>
            </a:extLst>
          </p:cNvPr>
          <p:cNvSpPr>
            <a:spLocks noChangeArrowheads="1"/>
          </p:cNvSpPr>
          <p:nvPr/>
        </p:nvSpPr>
        <p:spPr bwMode="auto">
          <a:xfrm>
            <a:off x="6524625" y="5634038"/>
            <a:ext cx="177800" cy="280987"/>
          </a:xfrm>
          <a:prstGeom prst="rect">
            <a:avLst/>
          </a:prstGeom>
          <a:solidFill>
            <a:srgbClr val="00FF00"/>
          </a:solidFill>
          <a:ln w="11113">
            <a:solidFill>
              <a:srgbClr val="000000"/>
            </a:solidFill>
            <a:miter lim="800000"/>
            <a:headEnd/>
            <a:tailEnd/>
          </a:ln>
        </p:spPr>
        <p:txBody>
          <a:bodyPr/>
          <a:lstStyle/>
          <a:p>
            <a:endParaRPr lang="en-US"/>
          </a:p>
        </p:txBody>
      </p:sp>
      <p:sp>
        <p:nvSpPr>
          <p:cNvPr id="130158" name="Rectangle 110">
            <a:extLst>
              <a:ext uri="{FF2B5EF4-FFF2-40B4-BE49-F238E27FC236}">
                <a16:creationId xmlns:a16="http://schemas.microsoft.com/office/drawing/2014/main" id="{B19D5A58-8520-ADC4-D92D-A3C041880EAB}"/>
              </a:ext>
            </a:extLst>
          </p:cNvPr>
          <p:cNvSpPr>
            <a:spLocks noChangeArrowheads="1"/>
          </p:cNvSpPr>
          <p:nvPr/>
        </p:nvSpPr>
        <p:spPr bwMode="auto">
          <a:xfrm>
            <a:off x="7148513" y="5156200"/>
            <a:ext cx="177800" cy="758825"/>
          </a:xfrm>
          <a:prstGeom prst="rect">
            <a:avLst/>
          </a:prstGeom>
          <a:solidFill>
            <a:srgbClr val="00FF00"/>
          </a:solidFill>
          <a:ln w="11113">
            <a:solidFill>
              <a:srgbClr val="000000"/>
            </a:solidFill>
            <a:miter lim="800000"/>
            <a:headEnd/>
            <a:tailEnd/>
          </a:ln>
        </p:spPr>
        <p:txBody>
          <a:bodyPr/>
          <a:lstStyle/>
          <a:p>
            <a:endParaRPr lang="en-US"/>
          </a:p>
        </p:txBody>
      </p:sp>
      <p:sp>
        <p:nvSpPr>
          <p:cNvPr id="130159" name="Line 111">
            <a:extLst>
              <a:ext uri="{FF2B5EF4-FFF2-40B4-BE49-F238E27FC236}">
                <a16:creationId xmlns:a16="http://schemas.microsoft.com/office/drawing/2014/main" id="{A4A2FF78-4C51-92F9-4AF8-F6268A67E5CF}"/>
              </a:ext>
            </a:extLst>
          </p:cNvPr>
          <p:cNvSpPr>
            <a:spLocks noChangeShapeType="1"/>
          </p:cNvSpPr>
          <p:nvPr/>
        </p:nvSpPr>
        <p:spPr bwMode="auto">
          <a:xfrm>
            <a:off x="1223963" y="3771900"/>
            <a:ext cx="12700" cy="2143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0" name="Line 112">
            <a:extLst>
              <a:ext uri="{FF2B5EF4-FFF2-40B4-BE49-F238E27FC236}">
                <a16:creationId xmlns:a16="http://schemas.microsoft.com/office/drawing/2014/main" id="{AD327535-91D0-331C-9E35-CBB37FDDA920}"/>
              </a:ext>
            </a:extLst>
          </p:cNvPr>
          <p:cNvSpPr>
            <a:spLocks noChangeShapeType="1"/>
          </p:cNvSpPr>
          <p:nvPr/>
        </p:nvSpPr>
        <p:spPr bwMode="auto">
          <a:xfrm>
            <a:off x="1184275" y="5915025"/>
            <a:ext cx="508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1" name="Line 113">
            <a:extLst>
              <a:ext uri="{FF2B5EF4-FFF2-40B4-BE49-F238E27FC236}">
                <a16:creationId xmlns:a16="http://schemas.microsoft.com/office/drawing/2014/main" id="{808E53B8-A939-E484-7FE2-0140079A1C47}"/>
              </a:ext>
            </a:extLst>
          </p:cNvPr>
          <p:cNvSpPr>
            <a:spLocks noChangeShapeType="1"/>
          </p:cNvSpPr>
          <p:nvPr/>
        </p:nvSpPr>
        <p:spPr bwMode="auto">
          <a:xfrm>
            <a:off x="1184275" y="5530850"/>
            <a:ext cx="508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2" name="Line 114">
            <a:extLst>
              <a:ext uri="{FF2B5EF4-FFF2-40B4-BE49-F238E27FC236}">
                <a16:creationId xmlns:a16="http://schemas.microsoft.com/office/drawing/2014/main" id="{53019CCA-1C4D-84EC-01EE-ADBAD5692939}"/>
              </a:ext>
            </a:extLst>
          </p:cNvPr>
          <p:cNvSpPr>
            <a:spLocks noChangeShapeType="1"/>
          </p:cNvSpPr>
          <p:nvPr/>
        </p:nvSpPr>
        <p:spPr bwMode="auto">
          <a:xfrm>
            <a:off x="1184275" y="5133975"/>
            <a:ext cx="508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3" name="Line 115">
            <a:extLst>
              <a:ext uri="{FF2B5EF4-FFF2-40B4-BE49-F238E27FC236}">
                <a16:creationId xmlns:a16="http://schemas.microsoft.com/office/drawing/2014/main" id="{1B9D737C-E5AB-8099-54D9-46248530AB22}"/>
              </a:ext>
            </a:extLst>
          </p:cNvPr>
          <p:cNvSpPr>
            <a:spLocks noChangeShapeType="1"/>
          </p:cNvSpPr>
          <p:nvPr/>
        </p:nvSpPr>
        <p:spPr bwMode="auto">
          <a:xfrm>
            <a:off x="1184275" y="4749800"/>
            <a:ext cx="508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4" name="Line 116">
            <a:extLst>
              <a:ext uri="{FF2B5EF4-FFF2-40B4-BE49-F238E27FC236}">
                <a16:creationId xmlns:a16="http://schemas.microsoft.com/office/drawing/2014/main" id="{E7EAC292-00DF-9F6E-369A-DAEC1B9B2246}"/>
              </a:ext>
            </a:extLst>
          </p:cNvPr>
          <p:cNvSpPr>
            <a:spLocks noChangeShapeType="1"/>
          </p:cNvSpPr>
          <p:nvPr/>
        </p:nvSpPr>
        <p:spPr bwMode="auto">
          <a:xfrm>
            <a:off x="1184275" y="4352925"/>
            <a:ext cx="508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5" name="Line 117">
            <a:extLst>
              <a:ext uri="{FF2B5EF4-FFF2-40B4-BE49-F238E27FC236}">
                <a16:creationId xmlns:a16="http://schemas.microsoft.com/office/drawing/2014/main" id="{336B5723-AFF1-CA8F-71BA-9EABD8A69221}"/>
              </a:ext>
            </a:extLst>
          </p:cNvPr>
          <p:cNvSpPr>
            <a:spLocks noChangeShapeType="1"/>
          </p:cNvSpPr>
          <p:nvPr/>
        </p:nvSpPr>
        <p:spPr bwMode="auto">
          <a:xfrm>
            <a:off x="1184275" y="3967163"/>
            <a:ext cx="508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6" name="Line 118">
            <a:extLst>
              <a:ext uri="{FF2B5EF4-FFF2-40B4-BE49-F238E27FC236}">
                <a16:creationId xmlns:a16="http://schemas.microsoft.com/office/drawing/2014/main" id="{4E7936D3-8FD9-3B7D-04BD-28E16276067D}"/>
              </a:ext>
            </a:extLst>
          </p:cNvPr>
          <p:cNvSpPr>
            <a:spLocks noChangeShapeType="1"/>
          </p:cNvSpPr>
          <p:nvPr/>
        </p:nvSpPr>
        <p:spPr bwMode="auto">
          <a:xfrm>
            <a:off x="1235075" y="5915025"/>
            <a:ext cx="62309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7" name="Line 119">
            <a:extLst>
              <a:ext uri="{FF2B5EF4-FFF2-40B4-BE49-F238E27FC236}">
                <a16:creationId xmlns:a16="http://schemas.microsoft.com/office/drawing/2014/main" id="{8C61C991-08E2-7B7D-AFFD-1E5EDD74D98E}"/>
              </a:ext>
            </a:extLst>
          </p:cNvPr>
          <p:cNvSpPr>
            <a:spLocks noChangeShapeType="1"/>
          </p:cNvSpPr>
          <p:nvPr/>
        </p:nvSpPr>
        <p:spPr bwMode="auto">
          <a:xfrm flipV="1">
            <a:off x="1235075" y="5915025"/>
            <a:ext cx="1588"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8" name="Line 120">
            <a:extLst>
              <a:ext uri="{FF2B5EF4-FFF2-40B4-BE49-F238E27FC236}">
                <a16:creationId xmlns:a16="http://schemas.microsoft.com/office/drawing/2014/main" id="{1A3C4550-04DC-9702-01BD-470BBF1F094D}"/>
              </a:ext>
            </a:extLst>
          </p:cNvPr>
          <p:cNvSpPr>
            <a:spLocks noChangeShapeType="1"/>
          </p:cNvSpPr>
          <p:nvPr/>
        </p:nvSpPr>
        <p:spPr bwMode="auto">
          <a:xfrm flipV="1">
            <a:off x="1858963" y="5915025"/>
            <a:ext cx="1587"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69" name="Line 121">
            <a:extLst>
              <a:ext uri="{FF2B5EF4-FFF2-40B4-BE49-F238E27FC236}">
                <a16:creationId xmlns:a16="http://schemas.microsoft.com/office/drawing/2014/main" id="{FCD7FD0C-ABA3-31D7-2E0C-4A1C197D399E}"/>
              </a:ext>
            </a:extLst>
          </p:cNvPr>
          <p:cNvSpPr>
            <a:spLocks noChangeShapeType="1"/>
          </p:cNvSpPr>
          <p:nvPr/>
        </p:nvSpPr>
        <p:spPr bwMode="auto">
          <a:xfrm flipV="1">
            <a:off x="2482850" y="5915025"/>
            <a:ext cx="1588"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0" name="Line 122">
            <a:extLst>
              <a:ext uri="{FF2B5EF4-FFF2-40B4-BE49-F238E27FC236}">
                <a16:creationId xmlns:a16="http://schemas.microsoft.com/office/drawing/2014/main" id="{566C7A77-0FE4-9866-54D9-9B6769B10AA0}"/>
              </a:ext>
            </a:extLst>
          </p:cNvPr>
          <p:cNvSpPr>
            <a:spLocks noChangeShapeType="1"/>
          </p:cNvSpPr>
          <p:nvPr/>
        </p:nvSpPr>
        <p:spPr bwMode="auto">
          <a:xfrm flipV="1">
            <a:off x="3105150" y="5915025"/>
            <a:ext cx="1588"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1" name="Line 123">
            <a:extLst>
              <a:ext uri="{FF2B5EF4-FFF2-40B4-BE49-F238E27FC236}">
                <a16:creationId xmlns:a16="http://schemas.microsoft.com/office/drawing/2014/main" id="{4583453D-FCF7-298A-2E81-982A34891E83}"/>
              </a:ext>
            </a:extLst>
          </p:cNvPr>
          <p:cNvSpPr>
            <a:spLocks noChangeShapeType="1"/>
          </p:cNvSpPr>
          <p:nvPr/>
        </p:nvSpPr>
        <p:spPr bwMode="auto">
          <a:xfrm flipV="1">
            <a:off x="3729038" y="5915025"/>
            <a:ext cx="1587"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2" name="Line 124">
            <a:extLst>
              <a:ext uri="{FF2B5EF4-FFF2-40B4-BE49-F238E27FC236}">
                <a16:creationId xmlns:a16="http://schemas.microsoft.com/office/drawing/2014/main" id="{01E8490A-1F93-6527-DB3D-1DD4CD2B6308}"/>
              </a:ext>
            </a:extLst>
          </p:cNvPr>
          <p:cNvSpPr>
            <a:spLocks noChangeShapeType="1"/>
          </p:cNvSpPr>
          <p:nvPr/>
        </p:nvSpPr>
        <p:spPr bwMode="auto">
          <a:xfrm flipV="1">
            <a:off x="4349750" y="5915025"/>
            <a:ext cx="3175"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3" name="Line 125">
            <a:extLst>
              <a:ext uri="{FF2B5EF4-FFF2-40B4-BE49-F238E27FC236}">
                <a16:creationId xmlns:a16="http://schemas.microsoft.com/office/drawing/2014/main" id="{8BB45295-74BC-3F8D-9876-71A50D9CC658}"/>
              </a:ext>
            </a:extLst>
          </p:cNvPr>
          <p:cNvSpPr>
            <a:spLocks noChangeShapeType="1"/>
          </p:cNvSpPr>
          <p:nvPr/>
        </p:nvSpPr>
        <p:spPr bwMode="auto">
          <a:xfrm flipV="1">
            <a:off x="4973638" y="5915025"/>
            <a:ext cx="3175"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4" name="Line 126">
            <a:extLst>
              <a:ext uri="{FF2B5EF4-FFF2-40B4-BE49-F238E27FC236}">
                <a16:creationId xmlns:a16="http://schemas.microsoft.com/office/drawing/2014/main" id="{51F941D9-EDB7-7F64-2F56-80AE67CD41F3}"/>
              </a:ext>
            </a:extLst>
          </p:cNvPr>
          <p:cNvSpPr>
            <a:spLocks noChangeShapeType="1"/>
          </p:cNvSpPr>
          <p:nvPr/>
        </p:nvSpPr>
        <p:spPr bwMode="auto">
          <a:xfrm flipV="1">
            <a:off x="5595938" y="5915025"/>
            <a:ext cx="1587"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5" name="Line 127">
            <a:extLst>
              <a:ext uri="{FF2B5EF4-FFF2-40B4-BE49-F238E27FC236}">
                <a16:creationId xmlns:a16="http://schemas.microsoft.com/office/drawing/2014/main" id="{C6B14604-D08C-24E2-F2CD-839CA4B4D652}"/>
              </a:ext>
            </a:extLst>
          </p:cNvPr>
          <p:cNvSpPr>
            <a:spLocks noChangeShapeType="1"/>
          </p:cNvSpPr>
          <p:nvPr/>
        </p:nvSpPr>
        <p:spPr bwMode="auto">
          <a:xfrm flipV="1">
            <a:off x="6219825" y="5915025"/>
            <a:ext cx="1588"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6" name="Line 128">
            <a:extLst>
              <a:ext uri="{FF2B5EF4-FFF2-40B4-BE49-F238E27FC236}">
                <a16:creationId xmlns:a16="http://schemas.microsoft.com/office/drawing/2014/main" id="{C02C34F6-DF7C-1C6B-4D05-579AD85EDCB9}"/>
              </a:ext>
            </a:extLst>
          </p:cNvPr>
          <p:cNvSpPr>
            <a:spLocks noChangeShapeType="1"/>
          </p:cNvSpPr>
          <p:nvPr/>
        </p:nvSpPr>
        <p:spPr bwMode="auto">
          <a:xfrm flipV="1">
            <a:off x="6842125" y="5915025"/>
            <a:ext cx="1588"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7" name="Line 129">
            <a:extLst>
              <a:ext uri="{FF2B5EF4-FFF2-40B4-BE49-F238E27FC236}">
                <a16:creationId xmlns:a16="http://schemas.microsoft.com/office/drawing/2014/main" id="{22308167-CB91-D414-5E85-C51A711365E9}"/>
              </a:ext>
            </a:extLst>
          </p:cNvPr>
          <p:cNvSpPr>
            <a:spLocks noChangeShapeType="1"/>
          </p:cNvSpPr>
          <p:nvPr/>
        </p:nvSpPr>
        <p:spPr bwMode="auto">
          <a:xfrm flipV="1">
            <a:off x="7466013" y="5915025"/>
            <a:ext cx="1587"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78" name="Rectangle 130">
            <a:extLst>
              <a:ext uri="{FF2B5EF4-FFF2-40B4-BE49-F238E27FC236}">
                <a16:creationId xmlns:a16="http://schemas.microsoft.com/office/drawing/2014/main" id="{73FF0526-14C0-792F-BC08-E6671EF0F185}"/>
              </a:ext>
            </a:extLst>
          </p:cNvPr>
          <p:cNvSpPr>
            <a:spLocks noChangeArrowheads="1"/>
          </p:cNvSpPr>
          <p:nvPr/>
        </p:nvSpPr>
        <p:spPr bwMode="auto">
          <a:xfrm>
            <a:off x="1408113" y="6043613"/>
            <a:ext cx="4079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alu4</a:t>
            </a:r>
            <a:endParaRPr lang="en-US" altLang="en-US" sz="1600" b="1">
              <a:latin typeface="Lucida Sans Unicode" panose="020B0602030504020204" pitchFamily="34" charset="0"/>
            </a:endParaRPr>
          </a:p>
        </p:txBody>
      </p:sp>
      <p:sp>
        <p:nvSpPr>
          <p:cNvPr id="130179" name="Rectangle 131">
            <a:extLst>
              <a:ext uri="{FF2B5EF4-FFF2-40B4-BE49-F238E27FC236}">
                <a16:creationId xmlns:a16="http://schemas.microsoft.com/office/drawing/2014/main" id="{97AE9DFD-9D4C-297F-E90F-2B065E288463}"/>
              </a:ext>
            </a:extLst>
          </p:cNvPr>
          <p:cNvSpPr>
            <a:spLocks noChangeArrowheads="1"/>
          </p:cNvSpPr>
          <p:nvPr/>
        </p:nvSpPr>
        <p:spPr bwMode="auto">
          <a:xfrm>
            <a:off x="1951038" y="6043613"/>
            <a:ext cx="5746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apex2</a:t>
            </a:r>
            <a:endParaRPr lang="en-US" altLang="en-US" sz="1600" b="1">
              <a:latin typeface="Lucida Sans Unicode" panose="020B0602030504020204" pitchFamily="34" charset="0"/>
            </a:endParaRPr>
          </a:p>
        </p:txBody>
      </p:sp>
      <p:sp>
        <p:nvSpPr>
          <p:cNvPr id="130180" name="Rectangle 132">
            <a:extLst>
              <a:ext uri="{FF2B5EF4-FFF2-40B4-BE49-F238E27FC236}">
                <a16:creationId xmlns:a16="http://schemas.microsoft.com/office/drawing/2014/main" id="{8934C83C-D430-B5ED-AD46-DA5AE2A17B0C}"/>
              </a:ext>
            </a:extLst>
          </p:cNvPr>
          <p:cNvSpPr>
            <a:spLocks noChangeArrowheads="1"/>
          </p:cNvSpPr>
          <p:nvPr/>
        </p:nvSpPr>
        <p:spPr bwMode="auto">
          <a:xfrm>
            <a:off x="2576513" y="6043613"/>
            <a:ext cx="5746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apex4</a:t>
            </a:r>
            <a:endParaRPr lang="en-US" altLang="en-US" sz="1600" b="1">
              <a:latin typeface="Lucida Sans Unicode" panose="020B0602030504020204" pitchFamily="34" charset="0"/>
            </a:endParaRPr>
          </a:p>
        </p:txBody>
      </p:sp>
      <p:sp>
        <p:nvSpPr>
          <p:cNvPr id="130181" name="Rectangle 133">
            <a:extLst>
              <a:ext uri="{FF2B5EF4-FFF2-40B4-BE49-F238E27FC236}">
                <a16:creationId xmlns:a16="http://schemas.microsoft.com/office/drawing/2014/main" id="{62D82027-B0C2-6843-BA0C-F72B7460EA70}"/>
              </a:ext>
            </a:extLst>
          </p:cNvPr>
          <p:cNvSpPr>
            <a:spLocks noChangeArrowheads="1"/>
          </p:cNvSpPr>
          <p:nvPr/>
        </p:nvSpPr>
        <p:spPr bwMode="auto">
          <a:xfrm>
            <a:off x="3303588" y="6043613"/>
            <a:ext cx="349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des</a:t>
            </a:r>
            <a:endParaRPr lang="en-US" altLang="en-US" sz="1600" b="1">
              <a:latin typeface="Lucida Sans Unicode" panose="020B0602030504020204" pitchFamily="34" charset="0"/>
            </a:endParaRPr>
          </a:p>
        </p:txBody>
      </p:sp>
      <p:sp>
        <p:nvSpPr>
          <p:cNvPr id="130182" name="Rectangle 134">
            <a:extLst>
              <a:ext uri="{FF2B5EF4-FFF2-40B4-BE49-F238E27FC236}">
                <a16:creationId xmlns:a16="http://schemas.microsoft.com/office/drawing/2014/main" id="{7A0EDF30-DB59-39CC-1904-F70E9E705284}"/>
              </a:ext>
            </a:extLst>
          </p:cNvPr>
          <p:cNvSpPr>
            <a:spLocks noChangeArrowheads="1"/>
          </p:cNvSpPr>
          <p:nvPr/>
        </p:nvSpPr>
        <p:spPr bwMode="auto">
          <a:xfrm>
            <a:off x="3771900" y="6043613"/>
            <a:ext cx="6762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ex1010</a:t>
            </a:r>
            <a:endParaRPr lang="en-US" altLang="en-US" sz="1600" b="1">
              <a:latin typeface="Lucida Sans Unicode" panose="020B0602030504020204" pitchFamily="34" charset="0"/>
            </a:endParaRPr>
          </a:p>
        </p:txBody>
      </p:sp>
      <p:sp>
        <p:nvSpPr>
          <p:cNvPr id="130183" name="Rectangle 135">
            <a:extLst>
              <a:ext uri="{FF2B5EF4-FFF2-40B4-BE49-F238E27FC236}">
                <a16:creationId xmlns:a16="http://schemas.microsoft.com/office/drawing/2014/main" id="{E060278E-541A-C3EB-CCD8-713F6D6A3968}"/>
              </a:ext>
            </a:extLst>
          </p:cNvPr>
          <p:cNvSpPr>
            <a:spLocks noChangeArrowheads="1"/>
          </p:cNvSpPr>
          <p:nvPr/>
        </p:nvSpPr>
        <p:spPr bwMode="auto">
          <a:xfrm>
            <a:off x="4492625" y="6043613"/>
            <a:ext cx="4619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ex5p</a:t>
            </a:r>
            <a:endParaRPr lang="en-US" altLang="en-US" sz="1600" b="1">
              <a:latin typeface="Lucida Sans Unicode" panose="020B0602030504020204" pitchFamily="34" charset="0"/>
            </a:endParaRPr>
          </a:p>
        </p:txBody>
      </p:sp>
      <p:sp>
        <p:nvSpPr>
          <p:cNvPr id="130184" name="Rectangle 136">
            <a:extLst>
              <a:ext uri="{FF2B5EF4-FFF2-40B4-BE49-F238E27FC236}">
                <a16:creationId xmlns:a16="http://schemas.microsoft.com/office/drawing/2014/main" id="{AC3EF336-79C0-7E36-0F87-050004F6B51D}"/>
              </a:ext>
            </a:extLst>
          </p:cNvPr>
          <p:cNvSpPr>
            <a:spLocks noChangeArrowheads="1"/>
          </p:cNvSpPr>
          <p:nvPr/>
        </p:nvSpPr>
        <p:spPr bwMode="auto">
          <a:xfrm>
            <a:off x="4999038" y="6043613"/>
            <a:ext cx="688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misex3</a:t>
            </a:r>
            <a:endParaRPr lang="en-US" altLang="en-US" sz="1600" b="1">
              <a:latin typeface="Lucida Sans Unicode" panose="020B0602030504020204" pitchFamily="34" charset="0"/>
            </a:endParaRPr>
          </a:p>
        </p:txBody>
      </p:sp>
      <p:sp>
        <p:nvSpPr>
          <p:cNvPr id="130185" name="Rectangle 137">
            <a:extLst>
              <a:ext uri="{FF2B5EF4-FFF2-40B4-BE49-F238E27FC236}">
                <a16:creationId xmlns:a16="http://schemas.microsoft.com/office/drawing/2014/main" id="{7A243208-DAF6-118E-7F5B-D84B22F48F05}"/>
              </a:ext>
            </a:extLst>
          </p:cNvPr>
          <p:cNvSpPr>
            <a:spLocks noChangeArrowheads="1"/>
          </p:cNvSpPr>
          <p:nvPr/>
        </p:nvSpPr>
        <p:spPr bwMode="auto">
          <a:xfrm>
            <a:off x="5789613" y="6043613"/>
            <a:ext cx="3603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pdc</a:t>
            </a:r>
            <a:endParaRPr lang="en-US" altLang="en-US" sz="1600" b="1">
              <a:latin typeface="Lucida Sans Unicode" panose="020B0602030504020204" pitchFamily="34" charset="0"/>
            </a:endParaRPr>
          </a:p>
        </p:txBody>
      </p:sp>
      <p:sp>
        <p:nvSpPr>
          <p:cNvPr id="130186" name="Rectangle 138">
            <a:extLst>
              <a:ext uri="{FF2B5EF4-FFF2-40B4-BE49-F238E27FC236}">
                <a16:creationId xmlns:a16="http://schemas.microsoft.com/office/drawing/2014/main" id="{6A989648-C4D1-FE5B-4866-17FC9BD05938}"/>
              </a:ext>
            </a:extLst>
          </p:cNvPr>
          <p:cNvSpPr>
            <a:spLocks noChangeArrowheads="1"/>
          </p:cNvSpPr>
          <p:nvPr/>
        </p:nvSpPr>
        <p:spPr bwMode="auto">
          <a:xfrm>
            <a:off x="6418263" y="6043613"/>
            <a:ext cx="349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seq</a:t>
            </a:r>
            <a:endParaRPr lang="en-US" altLang="en-US" sz="1600" b="1">
              <a:latin typeface="Lucida Sans Unicode" panose="020B0602030504020204" pitchFamily="34" charset="0"/>
            </a:endParaRPr>
          </a:p>
        </p:txBody>
      </p:sp>
      <p:sp>
        <p:nvSpPr>
          <p:cNvPr id="130187" name="Rectangle 139">
            <a:extLst>
              <a:ext uri="{FF2B5EF4-FFF2-40B4-BE49-F238E27FC236}">
                <a16:creationId xmlns:a16="http://schemas.microsoft.com/office/drawing/2014/main" id="{0043B63A-0F17-837E-0305-501C915B2056}"/>
              </a:ext>
            </a:extLst>
          </p:cNvPr>
          <p:cNvSpPr>
            <a:spLocks noChangeArrowheads="1"/>
          </p:cNvSpPr>
          <p:nvPr/>
        </p:nvSpPr>
        <p:spPr bwMode="auto">
          <a:xfrm>
            <a:off x="7008813" y="6043613"/>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sz="1600" b="1">
                <a:solidFill>
                  <a:srgbClr val="000000"/>
                </a:solidFill>
                <a:latin typeface="Arial" panose="020B0604020202020204" pitchFamily="34" charset="0"/>
              </a:rPr>
              <a:t>spla</a:t>
            </a:r>
            <a:endParaRPr lang="en-US" altLang="en-US" sz="1600" b="1">
              <a:latin typeface="Lucida Sans Unicode" panose="020B0602030504020204" pitchFamily="34" charset="0"/>
            </a:endParaRPr>
          </a:p>
        </p:txBody>
      </p:sp>
      <p:sp>
        <p:nvSpPr>
          <p:cNvPr id="130190" name="Rectangle 142">
            <a:extLst>
              <a:ext uri="{FF2B5EF4-FFF2-40B4-BE49-F238E27FC236}">
                <a16:creationId xmlns:a16="http://schemas.microsoft.com/office/drawing/2014/main" id="{233B0203-8D17-130C-9CCC-BC04A54B514C}"/>
              </a:ext>
            </a:extLst>
          </p:cNvPr>
          <p:cNvSpPr>
            <a:spLocks noChangeArrowheads="1"/>
          </p:cNvSpPr>
          <p:nvPr/>
        </p:nvSpPr>
        <p:spPr bwMode="auto">
          <a:xfrm>
            <a:off x="7543800" y="4910138"/>
            <a:ext cx="1185863" cy="881062"/>
          </a:xfrm>
          <a:prstGeom prst="rect">
            <a:avLst/>
          </a:prstGeom>
          <a:solidFill>
            <a:srgbClr val="FFFFFF"/>
          </a:solidFill>
          <a:ln w="0">
            <a:solidFill>
              <a:srgbClr val="000000"/>
            </a:solidFill>
            <a:miter lim="800000"/>
            <a:headEnd/>
            <a:tailEnd/>
          </a:ln>
        </p:spPr>
        <p:txBody>
          <a:bodyPr/>
          <a:lstStyle/>
          <a:p>
            <a:endParaRPr lang="en-US"/>
          </a:p>
        </p:txBody>
      </p:sp>
      <p:sp>
        <p:nvSpPr>
          <p:cNvPr id="130191" name="Rectangle 143">
            <a:extLst>
              <a:ext uri="{FF2B5EF4-FFF2-40B4-BE49-F238E27FC236}">
                <a16:creationId xmlns:a16="http://schemas.microsoft.com/office/drawing/2014/main" id="{37CF3FBC-3270-133E-4EBB-255A08D91581}"/>
              </a:ext>
            </a:extLst>
          </p:cNvPr>
          <p:cNvSpPr>
            <a:spLocks noChangeArrowheads="1"/>
          </p:cNvSpPr>
          <p:nvPr/>
        </p:nvSpPr>
        <p:spPr bwMode="auto">
          <a:xfrm>
            <a:off x="7635875" y="4999038"/>
            <a:ext cx="173038" cy="180975"/>
          </a:xfrm>
          <a:prstGeom prst="rect">
            <a:avLst/>
          </a:prstGeom>
          <a:solidFill>
            <a:srgbClr val="FF0000"/>
          </a:solidFill>
          <a:ln w="11113">
            <a:solidFill>
              <a:srgbClr val="000000"/>
            </a:solidFill>
            <a:miter lim="800000"/>
            <a:headEnd/>
            <a:tailEnd/>
          </a:ln>
        </p:spPr>
        <p:txBody>
          <a:bodyPr/>
          <a:lstStyle/>
          <a:p>
            <a:endParaRPr lang="en-US"/>
          </a:p>
        </p:txBody>
      </p:sp>
      <p:sp>
        <p:nvSpPr>
          <p:cNvPr id="130192" name="Rectangle 144">
            <a:extLst>
              <a:ext uri="{FF2B5EF4-FFF2-40B4-BE49-F238E27FC236}">
                <a16:creationId xmlns:a16="http://schemas.microsoft.com/office/drawing/2014/main" id="{F5A85D61-0476-B10B-AF07-9992B87AC0C0}"/>
              </a:ext>
            </a:extLst>
          </p:cNvPr>
          <p:cNvSpPr>
            <a:spLocks noChangeArrowheads="1"/>
          </p:cNvSpPr>
          <p:nvPr/>
        </p:nvSpPr>
        <p:spPr bwMode="auto">
          <a:xfrm>
            <a:off x="7891463" y="4946650"/>
            <a:ext cx="7794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a:solidFill>
                  <a:srgbClr val="000000"/>
                </a:solidFill>
                <a:latin typeface="Arial" panose="020B0604020202020204" pitchFamily="34" charset="0"/>
              </a:rPr>
              <a:t>Virtex</a:t>
            </a:r>
            <a:endParaRPr lang="en-US" altLang="en-US">
              <a:latin typeface="Lucida Sans Unicode" panose="020B0602030504020204" pitchFamily="34" charset="0"/>
            </a:endParaRPr>
          </a:p>
        </p:txBody>
      </p:sp>
      <p:sp>
        <p:nvSpPr>
          <p:cNvPr id="130193" name="Rectangle 145">
            <a:extLst>
              <a:ext uri="{FF2B5EF4-FFF2-40B4-BE49-F238E27FC236}">
                <a16:creationId xmlns:a16="http://schemas.microsoft.com/office/drawing/2014/main" id="{E61F0543-022F-9BB4-8AD0-2455B75E2216}"/>
              </a:ext>
            </a:extLst>
          </p:cNvPr>
          <p:cNvSpPr>
            <a:spLocks noChangeArrowheads="1"/>
          </p:cNvSpPr>
          <p:nvPr/>
        </p:nvSpPr>
        <p:spPr bwMode="auto">
          <a:xfrm>
            <a:off x="7634288" y="5478463"/>
            <a:ext cx="176212" cy="192087"/>
          </a:xfrm>
          <a:prstGeom prst="rect">
            <a:avLst/>
          </a:prstGeom>
          <a:solidFill>
            <a:srgbClr val="00FF00"/>
          </a:solidFill>
          <a:ln w="11113">
            <a:solidFill>
              <a:srgbClr val="000000"/>
            </a:solidFill>
            <a:miter lim="800000"/>
            <a:headEnd/>
            <a:tailEnd/>
          </a:ln>
        </p:spPr>
        <p:txBody>
          <a:bodyPr/>
          <a:lstStyle/>
          <a:p>
            <a:endParaRPr lang="en-US"/>
          </a:p>
        </p:txBody>
      </p:sp>
      <p:sp>
        <p:nvSpPr>
          <p:cNvPr id="130194" name="Rectangle 146">
            <a:extLst>
              <a:ext uri="{FF2B5EF4-FFF2-40B4-BE49-F238E27FC236}">
                <a16:creationId xmlns:a16="http://schemas.microsoft.com/office/drawing/2014/main" id="{A5B9DB7A-715F-877F-378A-6F16A6854F08}"/>
              </a:ext>
            </a:extLst>
          </p:cNvPr>
          <p:cNvSpPr>
            <a:spLocks noChangeArrowheads="1"/>
          </p:cNvSpPr>
          <p:nvPr/>
        </p:nvSpPr>
        <p:spPr bwMode="auto">
          <a:xfrm>
            <a:off x="7848600" y="5426075"/>
            <a:ext cx="8477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en-US" altLang="en-US">
                <a:solidFill>
                  <a:srgbClr val="000000"/>
                </a:solidFill>
                <a:latin typeface="Arial" panose="020B0604020202020204" pitchFamily="34" charset="0"/>
              </a:rPr>
              <a:t>HARP</a:t>
            </a:r>
            <a:endParaRPr lang="en-US" altLang="en-US">
              <a:latin typeface="Lucida Sans Unicode" panose="020B0602030504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17992DB-1704-0F62-4F7D-84901634D46E}"/>
              </a:ext>
            </a:extLst>
          </p:cNvPr>
          <p:cNvSpPr>
            <a:spLocks noGrp="1"/>
          </p:cNvSpPr>
          <p:nvPr>
            <p:ph type="sldNum" sz="quarter" idx="12"/>
          </p:nvPr>
        </p:nvSpPr>
        <p:spPr/>
        <p:txBody>
          <a:bodyPr/>
          <a:lstStyle/>
          <a:p>
            <a:fld id="{1EAC56A8-89B0-6F45-8308-3212CB2E715B}" type="slidenum">
              <a:rPr lang="en-US" altLang="en-US"/>
              <a:pPr/>
              <a:t>20</a:t>
            </a:fld>
            <a:endParaRPr lang="en-US" altLang="en-US"/>
          </a:p>
        </p:txBody>
      </p:sp>
      <p:sp>
        <p:nvSpPr>
          <p:cNvPr id="95234" name="Rectangle 2">
            <a:extLst>
              <a:ext uri="{FF2B5EF4-FFF2-40B4-BE49-F238E27FC236}">
                <a16:creationId xmlns:a16="http://schemas.microsoft.com/office/drawing/2014/main" id="{7705D9AB-99A6-FD04-4F7F-DA7613994E28}"/>
              </a:ext>
            </a:extLst>
          </p:cNvPr>
          <p:cNvSpPr>
            <a:spLocks noGrp="1" noChangeArrowheads="1"/>
          </p:cNvSpPr>
          <p:nvPr>
            <p:ph type="title"/>
          </p:nvPr>
        </p:nvSpPr>
        <p:spPr/>
        <p:txBody>
          <a:bodyPr/>
          <a:lstStyle/>
          <a:p>
            <a:r>
              <a:rPr lang="en-US" altLang="en-US"/>
              <a:t>Picture This</a:t>
            </a:r>
          </a:p>
        </p:txBody>
      </p:sp>
      <p:sp>
        <p:nvSpPr>
          <p:cNvPr id="95235" name="Rectangle 3">
            <a:extLst>
              <a:ext uri="{FF2B5EF4-FFF2-40B4-BE49-F238E27FC236}">
                <a16:creationId xmlns:a16="http://schemas.microsoft.com/office/drawing/2014/main" id="{CECD525F-6B79-4FE2-0D34-C557E4C114E2}"/>
              </a:ext>
            </a:extLst>
          </p:cNvPr>
          <p:cNvSpPr>
            <a:spLocks noGrp="1" noChangeArrowheads="1"/>
          </p:cNvSpPr>
          <p:nvPr>
            <p:ph type="body" idx="1"/>
          </p:nvPr>
        </p:nvSpPr>
        <p:spPr/>
        <p:txBody>
          <a:bodyPr/>
          <a:lstStyle/>
          <a:p>
            <a:pPr>
              <a:buFontTx/>
              <a:buNone/>
            </a:pPr>
            <a:endParaRPr lang="en-US" altLang="en-US" sz="2800"/>
          </a:p>
        </p:txBody>
      </p:sp>
      <p:grpSp>
        <p:nvGrpSpPr>
          <p:cNvPr id="95277" name="Group 45">
            <a:extLst>
              <a:ext uri="{FF2B5EF4-FFF2-40B4-BE49-F238E27FC236}">
                <a16:creationId xmlns:a16="http://schemas.microsoft.com/office/drawing/2014/main" id="{1C4636BA-35BE-8219-A91A-F83A439F128D}"/>
              </a:ext>
            </a:extLst>
          </p:cNvPr>
          <p:cNvGrpSpPr>
            <a:grpSpLocks/>
          </p:cNvGrpSpPr>
          <p:nvPr/>
        </p:nvGrpSpPr>
        <p:grpSpPr bwMode="auto">
          <a:xfrm>
            <a:off x="533400" y="1447800"/>
            <a:ext cx="4267200" cy="3352800"/>
            <a:chOff x="816" y="2640"/>
            <a:chExt cx="1872" cy="1392"/>
          </a:xfrm>
        </p:grpSpPr>
        <p:sp>
          <p:nvSpPr>
            <p:cNvPr id="95239" name="Rectangle 7">
              <a:extLst>
                <a:ext uri="{FF2B5EF4-FFF2-40B4-BE49-F238E27FC236}">
                  <a16:creationId xmlns:a16="http://schemas.microsoft.com/office/drawing/2014/main" id="{1CF32158-A31B-5FF1-056D-5EE349FB70EC}"/>
                </a:ext>
              </a:extLst>
            </p:cNvPr>
            <p:cNvSpPr>
              <a:spLocks noChangeArrowheads="1"/>
            </p:cNvSpPr>
            <p:nvPr/>
          </p:nvSpPr>
          <p:spPr bwMode="auto">
            <a:xfrm>
              <a:off x="816" y="2640"/>
              <a:ext cx="1872" cy="13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grpSp>
          <p:nvGrpSpPr>
            <p:cNvPr id="95243" name="Group 11">
              <a:extLst>
                <a:ext uri="{FF2B5EF4-FFF2-40B4-BE49-F238E27FC236}">
                  <a16:creationId xmlns:a16="http://schemas.microsoft.com/office/drawing/2014/main" id="{A8AF278B-0ABB-CC44-5E95-4F8D128C50A0}"/>
                </a:ext>
              </a:extLst>
            </p:cNvPr>
            <p:cNvGrpSpPr>
              <a:grpSpLocks noChangeAspect="1"/>
            </p:cNvGrpSpPr>
            <p:nvPr/>
          </p:nvGrpSpPr>
          <p:grpSpPr bwMode="auto">
            <a:xfrm>
              <a:off x="912" y="2717"/>
              <a:ext cx="1705" cy="1267"/>
              <a:chOff x="49" y="55"/>
              <a:chExt cx="5665" cy="4209"/>
            </a:xfrm>
          </p:grpSpPr>
          <p:sp>
            <p:nvSpPr>
              <p:cNvPr id="95240" name="Freeform 8">
                <a:extLst>
                  <a:ext uri="{FF2B5EF4-FFF2-40B4-BE49-F238E27FC236}">
                    <a16:creationId xmlns:a16="http://schemas.microsoft.com/office/drawing/2014/main" id="{8FA3C421-460B-8375-24D3-383AE39DDDB6}"/>
                  </a:ext>
                </a:extLst>
              </p:cNvPr>
              <p:cNvSpPr>
                <a:spLocks noChangeAspect="1"/>
              </p:cNvSpPr>
              <p:nvPr/>
            </p:nvSpPr>
            <p:spPr bwMode="auto">
              <a:xfrm>
                <a:off x="49" y="55"/>
                <a:ext cx="5665" cy="4209"/>
              </a:xfrm>
              <a:custGeom>
                <a:avLst/>
                <a:gdLst>
                  <a:gd name="T0" fmla="*/ 0 w 5665"/>
                  <a:gd name="T1" fmla="*/ 320 h 4209"/>
                  <a:gd name="T2" fmla="*/ 312 w 5665"/>
                  <a:gd name="T3" fmla="*/ 320 h 4209"/>
                  <a:gd name="T4" fmla="*/ 312 w 5665"/>
                  <a:gd name="T5" fmla="*/ 0 h 4209"/>
                  <a:gd name="T6" fmla="*/ 5336 w 5665"/>
                  <a:gd name="T7" fmla="*/ 0 h 4209"/>
                  <a:gd name="T8" fmla="*/ 5336 w 5665"/>
                  <a:gd name="T9" fmla="*/ 320 h 4209"/>
                  <a:gd name="T10" fmla="*/ 5664 w 5665"/>
                  <a:gd name="T11" fmla="*/ 320 h 4209"/>
                  <a:gd name="T12" fmla="*/ 5664 w 5665"/>
                  <a:gd name="T13" fmla="*/ 3888 h 4209"/>
                  <a:gd name="T14" fmla="*/ 5336 w 5665"/>
                  <a:gd name="T15" fmla="*/ 3888 h 4209"/>
                  <a:gd name="T16" fmla="*/ 5336 w 5665"/>
                  <a:gd name="T17" fmla="*/ 4208 h 4209"/>
                  <a:gd name="T18" fmla="*/ 312 w 5665"/>
                  <a:gd name="T19" fmla="*/ 4208 h 4209"/>
                  <a:gd name="T20" fmla="*/ 312 w 5665"/>
                  <a:gd name="T21" fmla="*/ 3888 h 4209"/>
                  <a:gd name="T22" fmla="*/ 0 w 5665"/>
                  <a:gd name="T23" fmla="*/ 3888 h 4209"/>
                  <a:gd name="T24" fmla="*/ 0 w 5665"/>
                  <a:gd name="T25" fmla="*/ 320 h 4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65" h="4209">
                    <a:moveTo>
                      <a:pt x="0" y="320"/>
                    </a:moveTo>
                    <a:lnTo>
                      <a:pt x="312" y="320"/>
                    </a:lnTo>
                    <a:lnTo>
                      <a:pt x="312" y="0"/>
                    </a:lnTo>
                    <a:lnTo>
                      <a:pt x="5336" y="0"/>
                    </a:lnTo>
                    <a:lnTo>
                      <a:pt x="5336" y="320"/>
                    </a:lnTo>
                    <a:lnTo>
                      <a:pt x="5664" y="320"/>
                    </a:lnTo>
                    <a:lnTo>
                      <a:pt x="5664" y="3888"/>
                    </a:lnTo>
                    <a:lnTo>
                      <a:pt x="5336" y="3888"/>
                    </a:lnTo>
                    <a:lnTo>
                      <a:pt x="5336" y="4208"/>
                    </a:lnTo>
                    <a:lnTo>
                      <a:pt x="312" y="4208"/>
                    </a:lnTo>
                    <a:lnTo>
                      <a:pt x="312" y="3888"/>
                    </a:lnTo>
                    <a:lnTo>
                      <a:pt x="0" y="3888"/>
                    </a:lnTo>
                    <a:lnTo>
                      <a:pt x="0" y="320"/>
                    </a:lnTo>
                  </a:path>
                </a:pathLst>
              </a:custGeom>
              <a:noFill/>
              <a:ln w="50800" cap="rnd"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1" name="Freeform 9">
                <a:extLst>
                  <a:ext uri="{FF2B5EF4-FFF2-40B4-BE49-F238E27FC236}">
                    <a16:creationId xmlns:a16="http://schemas.microsoft.com/office/drawing/2014/main" id="{730867AC-0BC7-E431-116E-E8B656B4ED90}"/>
                  </a:ext>
                </a:extLst>
              </p:cNvPr>
              <p:cNvSpPr>
                <a:spLocks noChangeAspect="1"/>
              </p:cNvSpPr>
              <p:nvPr/>
            </p:nvSpPr>
            <p:spPr bwMode="auto">
              <a:xfrm>
                <a:off x="205" y="199"/>
                <a:ext cx="5353" cy="3921"/>
              </a:xfrm>
              <a:custGeom>
                <a:avLst/>
                <a:gdLst>
                  <a:gd name="T0" fmla="*/ 0 w 5353"/>
                  <a:gd name="T1" fmla="*/ 0 h 3921"/>
                  <a:gd name="T2" fmla="*/ 5352 w 5353"/>
                  <a:gd name="T3" fmla="*/ 0 h 3921"/>
                  <a:gd name="T4" fmla="*/ 5352 w 5353"/>
                  <a:gd name="T5" fmla="*/ 3920 h 3921"/>
                  <a:gd name="T6" fmla="*/ 0 w 5353"/>
                  <a:gd name="T7" fmla="*/ 3920 h 3921"/>
                  <a:gd name="T8" fmla="*/ 0 w 5353"/>
                  <a:gd name="T9" fmla="*/ 0 h 3921"/>
                </a:gdLst>
                <a:ahLst/>
                <a:cxnLst>
                  <a:cxn ang="0">
                    <a:pos x="T0" y="T1"/>
                  </a:cxn>
                  <a:cxn ang="0">
                    <a:pos x="T2" y="T3"/>
                  </a:cxn>
                  <a:cxn ang="0">
                    <a:pos x="T4" y="T5"/>
                  </a:cxn>
                  <a:cxn ang="0">
                    <a:pos x="T6" y="T7"/>
                  </a:cxn>
                  <a:cxn ang="0">
                    <a:pos x="T8" y="T9"/>
                  </a:cxn>
                </a:cxnLst>
                <a:rect l="0" t="0" r="r" b="b"/>
                <a:pathLst>
                  <a:path w="5353" h="3921">
                    <a:moveTo>
                      <a:pt x="0" y="0"/>
                    </a:moveTo>
                    <a:lnTo>
                      <a:pt x="5352" y="0"/>
                    </a:lnTo>
                    <a:lnTo>
                      <a:pt x="5352" y="3920"/>
                    </a:lnTo>
                    <a:lnTo>
                      <a:pt x="0" y="3920"/>
                    </a:lnTo>
                    <a:lnTo>
                      <a:pt x="0" y="0"/>
                    </a:lnTo>
                  </a:path>
                </a:pathLst>
              </a:custGeom>
              <a:noFill/>
              <a:ln w="12700" cap="rnd" cmpd="sng">
                <a:solidFill>
                  <a:schemeClr val="fo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2" name="Line 10">
                <a:extLst>
                  <a:ext uri="{FF2B5EF4-FFF2-40B4-BE49-F238E27FC236}">
                    <a16:creationId xmlns:a16="http://schemas.microsoft.com/office/drawing/2014/main" id="{C607FC77-FD14-E5B8-EA1E-657FAE40406B}"/>
                  </a:ext>
                </a:extLst>
              </p:cNvPr>
              <p:cNvSpPr>
                <a:spLocks noChangeAspect="1" noChangeShapeType="1"/>
              </p:cNvSpPr>
              <p:nvPr/>
            </p:nvSpPr>
            <p:spPr bwMode="auto">
              <a:xfrm>
                <a:off x="384" y="816"/>
                <a:ext cx="4992" cy="0"/>
              </a:xfrm>
              <a:prstGeom prst="line">
                <a:avLst/>
              </a:prstGeom>
              <a:noFill/>
              <a:ln w="254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5244" name="Text Box 12">
              <a:extLst>
                <a:ext uri="{FF2B5EF4-FFF2-40B4-BE49-F238E27FC236}">
                  <a16:creationId xmlns:a16="http://schemas.microsoft.com/office/drawing/2014/main" id="{1473940F-AC42-9246-26AF-798859DC99D1}"/>
                </a:ext>
              </a:extLst>
            </p:cNvPr>
            <p:cNvSpPr txBox="1">
              <a:spLocks noChangeArrowheads="1"/>
            </p:cNvSpPr>
            <p:nvPr/>
          </p:nvSpPr>
          <p:spPr bwMode="auto">
            <a:xfrm>
              <a:off x="1056" y="2745"/>
              <a:ext cx="965"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ahoma" panose="020B0604030504040204" pitchFamily="34" charset="0"/>
                </a:rPr>
                <a:t>System Architecture</a:t>
              </a:r>
            </a:p>
          </p:txBody>
        </p:sp>
        <p:sp>
          <p:nvSpPr>
            <p:cNvPr id="95246" name="Text Box 14">
              <a:extLst>
                <a:ext uri="{FF2B5EF4-FFF2-40B4-BE49-F238E27FC236}">
                  <a16:creationId xmlns:a16="http://schemas.microsoft.com/office/drawing/2014/main" id="{E2F533EC-FC5C-FDE8-D8BB-2B05961F51A9}"/>
                </a:ext>
              </a:extLst>
            </p:cNvPr>
            <p:cNvSpPr txBox="1">
              <a:spLocks noChangeArrowheads="1"/>
            </p:cNvSpPr>
            <p:nvPr/>
          </p:nvSpPr>
          <p:spPr bwMode="auto">
            <a:xfrm>
              <a:off x="1008" y="2976"/>
              <a:ext cx="1536" cy="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Wingdings" pitchFamily="2" charset="2"/>
                <a:buChar char="Ø"/>
              </a:pPr>
              <a:r>
                <a:rPr lang="en-US" altLang="en-US" sz="1600"/>
                <a:t>There’s a CPU, a RAM and an FPGA and they’re all connected</a:t>
              </a:r>
            </a:p>
            <a:p>
              <a:pPr>
                <a:buFont typeface="Wingdings" pitchFamily="2" charset="2"/>
                <a:buNone/>
              </a:pPr>
              <a:r>
                <a:rPr lang="en-US" altLang="en-US" sz="1600"/>
                <a:t>     - The FPGA connects to the</a:t>
              </a:r>
            </a:p>
            <a:p>
              <a:pPr>
                <a:buFont typeface="Wingdings" pitchFamily="2" charset="2"/>
                <a:buNone/>
              </a:pPr>
              <a:r>
                <a:rPr lang="en-US" altLang="en-US" sz="1600"/>
                <a:t>        CPU’s data cache</a:t>
              </a:r>
            </a:p>
            <a:p>
              <a:pPr>
                <a:buFont typeface="Wingdings" pitchFamily="2" charset="2"/>
                <a:buNone/>
              </a:pPr>
              <a:r>
                <a:rPr lang="en-US" altLang="en-US" sz="1600"/>
                <a:t>     - The bus is 32 bits wide</a:t>
              </a:r>
            </a:p>
            <a:p>
              <a:pPr>
                <a:buFont typeface="Wingdings" pitchFamily="2" charset="2"/>
                <a:buNone/>
              </a:pPr>
              <a:r>
                <a:rPr lang="en-US" altLang="en-US" sz="1600"/>
                <a:t>     - Blah blah blah blah</a:t>
              </a:r>
            </a:p>
            <a:p>
              <a:pPr>
                <a:buFont typeface="Wingdings" pitchFamily="2" charset="2"/>
                <a:buChar char="Ø"/>
              </a:pPr>
              <a:r>
                <a:rPr lang="en-US" altLang="en-US" sz="1600"/>
                <a:t>You have to visualize it yourself</a:t>
              </a:r>
            </a:p>
          </p:txBody>
        </p:sp>
      </p:grpSp>
      <p:grpSp>
        <p:nvGrpSpPr>
          <p:cNvPr id="95278" name="Group 46">
            <a:extLst>
              <a:ext uri="{FF2B5EF4-FFF2-40B4-BE49-F238E27FC236}">
                <a16:creationId xmlns:a16="http://schemas.microsoft.com/office/drawing/2014/main" id="{8813CFD7-87B9-5410-9D28-BFFDA1F5A221}"/>
              </a:ext>
            </a:extLst>
          </p:cNvPr>
          <p:cNvGrpSpPr>
            <a:grpSpLocks/>
          </p:cNvGrpSpPr>
          <p:nvPr/>
        </p:nvGrpSpPr>
        <p:grpSpPr bwMode="auto">
          <a:xfrm>
            <a:off x="4191000" y="2514600"/>
            <a:ext cx="4343400" cy="3810000"/>
            <a:chOff x="3120" y="2640"/>
            <a:chExt cx="1872" cy="1392"/>
          </a:xfrm>
        </p:grpSpPr>
        <p:sp>
          <p:nvSpPr>
            <p:cNvPr id="95248" name="Rectangle 16">
              <a:extLst>
                <a:ext uri="{FF2B5EF4-FFF2-40B4-BE49-F238E27FC236}">
                  <a16:creationId xmlns:a16="http://schemas.microsoft.com/office/drawing/2014/main" id="{A211584C-9A51-1DE8-FC6F-107EDB179A1F}"/>
                </a:ext>
              </a:extLst>
            </p:cNvPr>
            <p:cNvSpPr>
              <a:spLocks noChangeArrowheads="1"/>
            </p:cNvSpPr>
            <p:nvPr/>
          </p:nvSpPr>
          <p:spPr bwMode="auto">
            <a:xfrm>
              <a:off x="3120" y="2640"/>
              <a:ext cx="1872" cy="13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grpSp>
          <p:nvGrpSpPr>
            <p:cNvPr id="95249" name="Group 17">
              <a:extLst>
                <a:ext uri="{FF2B5EF4-FFF2-40B4-BE49-F238E27FC236}">
                  <a16:creationId xmlns:a16="http://schemas.microsoft.com/office/drawing/2014/main" id="{93DAE776-70FB-899B-71F2-46D940D7633D}"/>
                </a:ext>
              </a:extLst>
            </p:cNvPr>
            <p:cNvGrpSpPr>
              <a:grpSpLocks noChangeAspect="1"/>
            </p:cNvGrpSpPr>
            <p:nvPr/>
          </p:nvGrpSpPr>
          <p:grpSpPr bwMode="auto">
            <a:xfrm>
              <a:off x="3216" y="2717"/>
              <a:ext cx="1705" cy="1267"/>
              <a:chOff x="49" y="55"/>
              <a:chExt cx="5665" cy="4209"/>
            </a:xfrm>
          </p:grpSpPr>
          <p:sp>
            <p:nvSpPr>
              <p:cNvPr id="95250" name="Freeform 18">
                <a:extLst>
                  <a:ext uri="{FF2B5EF4-FFF2-40B4-BE49-F238E27FC236}">
                    <a16:creationId xmlns:a16="http://schemas.microsoft.com/office/drawing/2014/main" id="{F8A48163-0C5C-234E-D360-F0E39950010B}"/>
                  </a:ext>
                </a:extLst>
              </p:cNvPr>
              <p:cNvSpPr>
                <a:spLocks noChangeAspect="1"/>
              </p:cNvSpPr>
              <p:nvPr/>
            </p:nvSpPr>
            <p:spPr bwMode="auto">
              <a:xfrm>
                <a:off x="49" y="55"/>
                <a:ext cx="5665" cy="4209"/>
              </a:xfrm>
              <a:custGeom>
                <a:avLst/>
                <a:gdLst>
                  <a:gd name="T0" fmla="*/ 0 w 5665"/>
                  <a:gd name="T1" fmla="*/ 320 h 4209"/>
                  <a:gd name="T2" fmla="*/ 312 w 5665"/>
                  <a:gd name="T3" fmla="*/ 320 h 4209"/>
                  <a:gd name="T4" fmla="*/ 312 w 5665"/>
                  <a:gd name="T5" fmla="*/ 0 h 4209"/>
                  <a:gd name="T6" fmla="*/ 5336 w 5665"/>
                  <a:gd name="T7" fmla="*/ 0 h 4209"/>
                  <a:gd name="T8" fmla="*/ 5336 w 5665"/>
                  <a:gd name="T9" fmla="*/ 320 h 4209"/>
                  <a:gd name="T10" fmla="*/ 5664 w 5665"/>
                  <a:gd name="T11" fmla="*/ 320 h 4209"/>
                  <a:gd name="T12" fmla="*/ 5664 w 5665"/>
                  <a:gd name="T13" fmla="*/ 3888 h 4209"/>
                  <a:gd name="T14" fmla="*/ 5336 w 5665"/>
                  <a:gd name="T15" fmla="*/ 3888 h 4209"/>
                  <a:gd name="T16" fmla="*/ 5336 w 5665"/>
                  <a:gd name="T17" fmla="*/ 4208 h 4209"/>
                  <a:gd name="T18" fmla="*/ 312 w 5665"/>
                  <a:gd name="T19" fmla="*/ 4208 h 4209"/>
                  <a:gd name="T20" fmla="*/ 312 w 5665"/>
                  <a:gd name="T21" fmla="*/ 3888 h 4209"/>
                  <a:gd name="T22" fmla="*/ 0 w 5665"/>
                  <a:gd name="T23" fmla="*/ 3888 h 4209"/>
                  <a:gd name="T24" fmla="*/ 0 w 5665"/>
                  <a:gd name="T25" fmla="*/ 320 h 4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65" h="4209">
                    <a:moveTo>
                      <a:pt x="0" y="320"/>
                    </a:moveTo>
                    <a:lnTo>
                      <a:pt x="312" y="320"/>
                    </a:lnTo>
                    <a:lnTo>
                      <a:pt x="312" y="0"/>
                    </a:lnTo>
                    <a:lnTo>
                      <a:pt x="5336" y="0"/>
                    </a:lnTo>
                    <a:lnTo>
                      <a:pt x="5336" y="320"/>
                    </a:lnTo>
                    <a:lnTo>
                      <a:pt x="5664" y="320"/>
                    </a:lnTo>
                    <a:lnTo>
                      <a:pt x="5664" y="3888"/>
                    </a:lnTo>
                    <a:lnTo>
                      <a:pt x="5336" y="3888"/>
                    </a:lnTo>
                    <a:lnTo>
                      <a:pt x="5336" y="4208"/>
                    </a:lnTo>
                    <a:lnTo>
                      <a:pt x="312" y="4208"/>
                    </a:lnTo>
                    <a:lnTo>
                      <a:pt x="312" y="3888"/>
                    </a:lnTo>
                    <a:lnTo>
                      <a:pt x="0" y="3888"/>
                    </a:lnTo>
                    <a:lnTo>
                      <a:pt x="0" y="320"/>
                    </a:lnTo>
                  </a:path>
                </a:pathLst>
              </a:custGeom>
              <a:noFill/>
              <a:ln w="50800" cap="rnd"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51" name="Freeform 19">
                <a:extLst>
                  <a:ext uri="{FF2B5EF4-FFF2-40B4-BE49-F238E27FC236}">
                    <a16:creationId xmlns:a16="http://schemas.microsoft.com/office/drawing/2014/main" id="{680289D7-06FD-2948-6394-B1F12B7C2418}"/>
                  </a:ext>
                </a:extLst>
              </p:cNvPr>
              <p:cNvSpPr>
                <a:spLocks noChangeAspect="1"/>
              </p:cNvSpPr>
              <p:nvPr/>
            </p:nvSpPr>
            <p:spPr bwMode="auto">
              <a:xfrm>
                <a:off x="205" y="199"/>
                <a:ext cx="5353" cy="3921"/>
              </a:xfrm>
              <a:custGeom>
                <a:avLst/>
                <a:gdLst>
                  <a:gd name="T0" fmla="*/ 0 w 5353"/>
                  <a:gd name="T1" fmla="*/ 0 h 3921"/>
                  <a:gd name="T2" fmla="*/ 5352 w 5353"/>
                  <a:gd name="T3" fmla="*/ 0 h 3921"/>
                  <a:gd name="T4" fmla="*/ 5352 w 5353"/>
                  <a:gd name="T5" fmla="*/ 3920 h 3921"/>
                  <a:gd name="T6" fmla="*/ 0 w 5353"/>
                  <a:gd name="T7" fmla="*/ 3920 h 3921"/>
                  <a:gd name="T8" fmla="*/ 0 w 5353"/>
                  <a:gd name="T9" fmla="*/ 0 h 3921"/>
                </a:gdLst>
                <a:ahLst/>
                <a:cxnLst>
                  <a:cxn ang="0">
                    <a:pos x="T0" y="T1"/>
                  </a:cxn>
                  <a:cxn ang="0">
                    <a:pos x="T2" y="T3"/>
                  </a:cxn>
                  <a:cxn ang="0">
                    <a:pos x="T4" y="T5"/>
                  </a:cxn>
                  <a:cxn ang="0">
                    <a:pos x="T6" y="T7"/>
                  </a:cxn>
                  <a:cxn ang="0">
                    <a:pos x="T8" y="T9"/>
                  </a:cxn>
                </a:cxnLst>
                <a:rect l="0" t="0" r="r" b="b"/>
                <a:pathLst>
                  <a:path w="5353" h="3921">
                    <a:moveTo>
                      <a:pt x="0" y="0"/>
                    </a:moveTo>
                    <a:lnTo>
                      <a:pt x="5352" y="0"/>
                    </a:lnTo>
                    <a:lnTo>
                      <a:pt x="5352" y="3920"/>
                    </a:lnTo>
                    <a:lnTo>
                      <a:pt x="0" y="3920"/>
                    </a:lnTo>
                    <a:lnTo>
                      <a:pt x="0" y="0"/>
                    </a:lnTo>
                  </a:path>
                </a:pathLst>
              </a:custGeom>
              <a:noFill/>
              <a:ln w="12700" cap="rnd" cmpd="sng">
                <a:solidFill>
                  <a:schemeClr val="fo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52" name="Line 20">
                <a:extLst>
                  <a:ext uri="{FF2B5EF4-FFF2-40B4-BE49-F238E27FC236}">
                    <a16:creationId xmlns:a16="http://schemas.microsoft.com/office/drawing/2014/main" id="{76D3529C-D6D0-47D9-6007-2381655DED3D}"/>
                  </a:ext>
                </a:extLst>
              </p:cNvPr>
              <p:cNvSpPr>
                <a:spLocks noChangeAspect="1" noChangeShapeType="1"/>
              </p:cNvSpPr>
              <p:nvPr/>
            </p:nvSpPr>
            <p:spPr bwMode="auto">
              <a:xfrm>
                <a:off x="384" y="816"/>
                <a:ext cx="4992" cy="0"/>
              </a:xfrm>
              <a:prstGeom prst="line">
                <a:avLst/>
              </a:prstGeom>
              <a:noFill/>
              <a:ln w="254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5253" name="Text Box 21">
              <a:extLst>
                <a:ext uri="{FF2B5EF4-FFF2-40B4-BE49-F238E27FC236}">
                  <a16:creationId xmlns:a16="http://schemas.microsoft.com/office/drawing/2014/main" id="{8294BB7B-6AF3-F0E9-3597-BF642EF87D4B}"/>
                </a:ext>
              </a:extLst>
            </p:cNvPr>
            <p:cNvSpPr txBox="1">
              <a:spLocks noChangeArrowheads="1"/>
            </p:cNvSpPr>
            <p:nvPr/>
          </p:nvSpPr>
          <p:spPr bwMode="auto">
            <a:xfrm>
              <a:off x="3360" y="2745"/>
              <a:ext cx="948"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ahoma" panose="020B0604030504040204" pitchFamily="34" charset="0"/>
                </a:rPr>
                <a:t>System Architecture</a:t>
              </a:r>
            </a:p>
          </p:txBody>
        </p:sp>
        <p:sp>
          <p:nvSpPr>
            <p:cNvPr id="95255" name="Rectangle 23">
              <a:extLst>
                <a:ext uri="{FF2B5EF4-FFF2-40B4-BE49-F238E27FC236}">
                  <a16:creationId xmlns:a16="http://schemas.microsoft.com/office/drawing/2014/main" id="{A92FD5ED-2608-AF99-3A5A-681C9357479D}"/>
                </a:ext>
              </a:extLst>
            </p:cNvPr>
            <p:cNvSpPr>
              <a:spLocks noChangeArrowheads="1"/>
            </p:cNvSpPr>
            <p:nvPr/>
          </p:nvSpPr>
          <p:spPr bwMode="auto">
            <a:xfrm>
              <a:off x="3360" y="3024"/>
              <a:ext cx="384" cy="384"/>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t>CPU</a:t>
              </a:r>
            </a:p>
          </p:txBody>
        </p:sp>
        <p:sp>
          <p:nvSpPr>
            <p:cNvPr id="95256" name="Rectangle 24">
              <a:extLst>
                <a:ext uri="{FF2B5EF4-FFF2-40B4-BE49-F238E27FC236}">
                  <a16:creationId xmlns:a16="http://schemas.microsoft.com/office/drawing/2014/main" id="{D88837DB-7389-B8EB-12DD-B478DABBA654}"/>
                </a:ext>
              </a:extLst>
            </p:cNvPr>
            <p:cNvSpPr>
              <a:spLocks noChangeArrowheads="1"/>
            </p:cNvSpPr>
            <p:nvPr/>
          </p:nvSpPr>
          <p:spPr bwMode="auto">
            <a:xfrm>
              <a:off x="3360" y="3504"/>
              <a:ext cx="384" cy="384"/>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t>FPGA</a:t>
              </a:r>
            </a:p>
          </p:txBody>
        </p:sp>
        <p:sp>
          <p:nvSpPr>
            <p:cNvPr id="95257" name="Rectangle 25">
              <a:extLst>
                <a:ext uri="{FF2B5EF4-FFF2-40B4-BE49-F238E27FC236}">
                  <a16:creationId xmlns:a16="http://schemas.microsoft.com/office/drawing/2014/main" id="{A5AFD475-DD1A-8C29-23F5-C346670EE161}"/>
                </a:ext>
              </a:extLst>
            </p:cNvPr>
            <p:cNvSpPr>
              <a:spLocks noChangeArrowheads="1"/>
            </p:cNvSpPr>
            <p:nvPr/>
          </p:nvSpPr>
          <p:spPr bwMode="auto">
            <a:xfrm>
              <a:off x="3936" y="3024"/>
              <a:ext cx="192" cy="864"/>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altLang="en-US" sz="1800"/>
                <a:t>data cache</a:t>
              </a:r>
            </a:p>
          </p:txBody>
        </p:sp>
        <p:sp>
          <p:nvSpPr>
            <p:cNvPr id="95258" name="Rectangle 26">
              <a:extLst>
                <a:ext uri="{FF2B5EF4-FFF2-40B4-BE49-F238E27FC236}">
                  <a16:creationId xmlns:a16="http://schemas.microsoft.com/office/drawing/2014/main" id="{7771AD51-9543-5DA4-3843-FB679B57248E}"/>
                </a:ext>
              </a:extLst>
            </p:cNvPr>
            <p:cNvSpPr>
              <a:spLocks noChangeArrowheads="1"/>
            </p:cNvSpPr>
            <p:nvPr/>
          </p:nvSpPr>
          <p:spPr bwMode="auto">
            <a:xfrm>
              <a:off x="4320" y="3024"/>
              <a:ext cx="432" cy="86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altLang="en-US" sz="2000"/>
                <a:t>main</a:t>
              </a:r>
            </a:p>
            <a:p>
              <a:pPr algn="ctr"/>
              <a:r>
                <a:rPr lang="en-US" altLang="en-US" sz="2000"/>
                <a:t>memory</a:t>
              </a:r>
            </a:p>
          </p:txBody>
        </p:sp>
        <p:sp>
          <p:nvSpPr>
            <p:cNvPr id="95260" name="Line 28">
              <a:extLst>
                <a:ext uri="{FF2B5EF4-FFF2-40B4-BE49-F238E27FC236}">
                  <a16:creationId xmlns:a16="http://schemas.microsoft.com/office/drawing/2014/main" id="{987E6020-1A07-0FFA-639D-591303020ABF}"/>
                </a:ext>
              </a:extLst>
            </p:cNvPr>
            <p:cNvSpPr>
              <a:spLocks noChangeShapeType="1"/>
            </p:cNvSpPr>
            <p:nvPr/>
          </p:nvSpPr>
          <p:spPr bwMode="auto">
            <a:xfrm>
              <a:off x="3744" y="3168"/>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1" name="Line 29">
              <a:extLst>
                <a:ext uri="{FF2B5EF4-FFF2-40B4-BE49-F238E27FC236}">
                  <a16:creationId xmlns:a16="http://schemas.microsoft.com/office/drawing/2014/main" id="{6D504BAD-0942-C8A2-40A1-2D9EA93F0DFF}"/>
                </a:ext>
              </a:extLst>
            </p:cNvPr>
            <p:cNvSpPr>
              <a:spLocks noChangeShapeType="1"/>
            </p:cNvSpPr>
            <p:nvPr/>
          </p:nvSpPr>
          <p:spPr bwMode="auto">
            <a:xfrm flipH="1">
              <a:off x="3744" y="3264"/>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3" name="Line 31">
              <a:extLst>
                <a:ext uri="{FF2B5EF4-FFF2-40B4-BE49-F238E27FC236}">
                  <a16:creationId xmlns:a16="http://schemas.microsoft.com/office/drawing/2014/main" id="{51844E94-C8F7-E6C8-511D-CEFF3E477840}"/>
                </a:ext>
              </a:extLst>
            </p:cNvPr>
            <p:cNvSpPr>
              <a:spLocks noChangeShapeType="1"/>
            </p:cNvSpPr>
            <p:nvPr/>
          </p:nvSpPr>
          <p:spPr bwMode="auto">
            <a:xfrm>
              <a:off x="4128" y="3408"/>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6" name="Line 34">
              <a:extLst>
                <a:ext uri="{FF2B5EF4-FFF2-40B4-BE49-F238E27FC236}">
                  <a16:creationId xmlns:a16="http://schemas.microsoft.com/office/drawing/2014/main" id="{DB56ACE6-3438-F65D-1732-64799F82AE84}"/>
                </a:ext>
              </a:extLst>
            </p:cNvPr>
            <p:cNvSpPr>
              <a:spLocks noChangeShapeType="1"/>
            </p:cNvSpPr>
            <p:nvPr/>
          </p:nvSpPr>
          <p:spPr bwMode="auto">
            <a:xfrm>
              <a:off x="3744" y="3648"/>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7" name="Line 35">
              <a:extLst>
                <a:ext uri="{FF2B5EF4-FFF2-40B4-BE49-F238E27FC236}">
                  <a16:creationId xmlns:a16="http://schemas.microsoft.com/office/drawing/2014/main" id="{2FF76FD9-D3CE-1D20-1B49-1862C6636835}"/>
                </a:ext>
              </a:extLst>
            </p:cNvPr>
            <p:cNvSpPr>
              <a:spLocks noChangeShapeType="1"/>
            </p:cNvSpPr>
            <p:nvPr/>
          </p:nvSpPr>
          <p:spPr bwMode="auto">
            <a:xfrm flipH="1">
              <a:off x="3744" y="3744"/>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8" name="Line 36">
              <a:extLst>
                <a:ext uri="{FF2B5EF4-FFF2-40B4-BE49-F238E27FC236}">
                  <a16:creationId xmlns:a16="http://schemas.microsoft.com/office/drawing/2014/main" id="{497CD9EE-BE22-578E-A740-C6881F978052}"/>
                </a:ext>
              </a:extLst>
            </p:cNvPr>
            <p:cNvSpPr>
              <a:spLocks noChangeShapeType="1"/>
            </p:cNvSpPr>
            <p:nvPr/>
          </p:nvSpPr>
          <p:spPr bwMode="auto">
            <a:xfrm flipH="1">
              <a:off x="4128" y="3504"/>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9" name="Text Box 37">
              <a:extLst>
                <a:ext uri="{FF2B5EF4-FFF2-40B4-BE49-F238E27FC236}">
                  <a16:creationId xmlns:a16="http://schemas.microsoft.com/office/drawing/2014/main" id="{D561DF1E-A420-30E4-CAF0-F7801AE5DE98}"/>
                </a:ext>
              </a:extLst>
            </p:cNvPr>
            <p:cNvSpPr txBox="1">
              <a:spLocks noChangeArrowheads="1"/>
            </p:cNvSpPr>
            <p:nvPr/>
          </p:nvSpPr>
          <p:spPr bwMode="auto">
            <a:xfrm>
              <a:off x="3724" y="3360"/>
              <a:ext cx="178"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32</a:t>
              </a:r>
            </a:p>
          </p:txBody>
        </p:sp>
        <p:sp>
          <p:nvSpPr>
            <p:cNvPr id="95270" name="Text Box 38">
              <a:extLst>
                <a:ext uri="{FF2B5EF4-FFF2-40B4-BE49-F238E27FC236}">
                  <a16:creationId xmlns:a16="http://schemas.microsoft.com/office/drawing/2014/main" id="{5A36C6E4-CCE5-1082-2694-0291A014068D}"/>
                </a:ext>
              </a:extLst>
            </p:cNvPr>
            <p:cNvSpPr txBox="1">
              <a:spLocks noChangeArrowheads="1"/>
            </p:cNvSpPr>
            <p:nvPr/>
          </p:nvSpPr>
          <p:spPr bwMode="auto">
            <a:xfrm>
              <a:off x="4108" y="3168"/>
              <a:ext cx="178"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32</a:t>
              </a:r>
            </a:p>
          </p:txBody>
        </p:sp>
        <p:sp>
          <p:nvSpPr>
            <p:cNvPr id="95271" name="Line 39">
              <a:extLst>
                <a:ext uri="{FF2B5EF4-FFF2-40B4-BE49-F238E27FC236}">
                  <a16:creationId xmlns:a16="http://schemas.microsoft.com/office/drawing/2014/main" id="{9E250473-ECE5-5AC0-DC94-CA5B8B49472C}"/>
                </a:ext>
              </a:extLst>
            </p:cNvPr>
            <p:cNvSpPr>
              <a:spLocks noChangeShapeType="1"/>
            </p:cNvSpPr>
            <p:nvPr/>
          </p:nvSpPr>
          <p:spPr bwMode="auto">
            <a:xfrm flipH="1">
              <a:off x="3840" y="3216"/>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2" name="Line 40">
              <a:extLst>
                <a:ext uri="{FF2B5EF4-FFF2-40B4-BE49-F238E27FC236}">
                  <a16:creationId xmlns:a16="http://schemas.microsoft.com/office/drawing/2014/main" id="{7D02CF40-60E3-DE9C-D5F1-295924E705D9}"/>
                </a:ext>
              </a:extLst>
            </p:cNvPr>
            <p:cNvSpPr>
              <a:spLocks noChangeShapeType="1"/>
            </p:cNvSpPr>
            <p:nvPr/>
          </p:nvSpPr>
          <p:spPr bwMode="auto">
            <a:xfrm flipH="1">
              <a:off x="3792" y="3120"/>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3" name="Line 41">
              <a:extLst>
                <a:ext uri="{FF2B5EF4-FFF2-40B4-BE49-F238E27FC236}">
                  <a16:creationId xmlns:a16="http://schemas.microsoft.com/office/drawing/2014/main" id="{716CAA08-65CC-E70C-B4F5-AA98A012FBAA}"/>
                </a:ext>
              </a:extLst>
            </p:cNvPr>
            <p:cNvSpPr>
              <a:spLocks noChangeShapeType="1"/>
            </p:cNvSpPr>
            <p:nvPr/>
          </p:nvSpPr>
          <p:spPr bwMode="auto">
            <a:xfrm flipH="1">
              <a:off x="3792" y="3600"/>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4" name="Line 42">
              <a:extLst>
                <a:ext uri="{FF2B5EF4-FFF2-40B4-BE49-F238E27FC236}">
                  <a16:creationId xmlns:a16="http://schemas.microsoft.com/office/drawing/2014/main" id="{F84C8445-9062-99AB-3EB2-8A3833F7F21C}"/>
                </a:ext>
              </a:extLst>
            </p:cNvPr>
            <p:cNvSpPr>
              <a:spLocks noChangeShapeType="1"/>
            </p:cNvSpPr>
            <p:nvPr/>
          </p:nvSpPr>
          <p:spPr bwMode="auto">
            <a:xfrm flipH="1">
              <a:off x="3840" y="3696"/>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5" name="Line 43">
              <a:extLst>
                <a:ext uri="{FF2B5EF4-FFF2-40B4-BE49-F238E27FC236}">
                  <a16:creationId xmlns:a16="http://schemas.microsoft.com/office/drawing/2014/main" id="{C7CBF8B8-08A4-612A-534D-8AA79428BE3D}"/>
                </a:ext>
              </a:extLst>
            </p:cNvPr>
            <p:cNvSpPr>
              <a:spLocks noChangeShapeType="1"/>
            </p:cNvSpPr>
            <p:nvPr/>
          </p:nvSpPr>
          <p:spPr bwMode="auto">
            <a:xfrm flipH="1">
              <a:off x="4224" y="3456"/>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6" name="Line 44">
              <a:extLst>
                <a:ext uri="{FF2B5EF4-FFF2-40B4-BE49-F238E27FC236}">
                  <a16:creationId xmlns:a16="http://schemas.microsoft.com/office/drawing/2014/main" id="{C4A80BCE-EC3E-53B8-09C7-5AFCB0E9C19C}"/>
                </a:ext>
              </a:extLst>
            </p:cNvPr>
            <p:cNvSpPr>
              <a:spLocks noChangeShapeType="1"/>
            </p:cNvSpPr>
            <p:nvPr/>
          </p:nvSpPr>
          <p:spPr bwMode="auto">
            <a:xfrm flipH="1">
              <a:off x="4176" y="3360"/>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629569F-867B-BDBB-95F5-F3EB520386A8}"/>
              </a:ext>
            </a:extLst>
          </p:cNvPr>
          <p:cNvSpPr>
            <a:spLocks noGrp="1"/>
          </p:cNvSpPr>
          <p:nvPr>
            <p:ph type="sldNum" sz="quarter" idx="12"/>
          </p:nvPr>
        </p:nvSpPr>
        <p:spPr/>
        <p:txBody>
          <a:bodyPr/>
          <a:lstStyle/>
          <a:p>
            <a:fld id="{F25EA00F-7680-CA41-9169-C50ADF31C95A}" type="slidenum">
              <a:rPr lang="en-US" altLang="en-US"/>
              <a:pPr/>
              <a:t>21</a:t>
            </a:fld>
            <a:endParaRPr lang="en-US" altLang="en-US"/>
          </a:p>
        </p:txBody>
      </p:sp>
      <p:sp>
        <p:nvSpPr>
          <p:cNvPr id="96258" name="Rectangle 2">
            <a:extLst>
              <a:ext uri="{FF2B5EF4-FFF2-40B4-BE49-F238E27FC236}">
                <a16:creationId xmlns:a16="http://schemas.microsoft.com/office/drawing/2014/main" id="{912653FD-D228-9D91-3920-C7C70A0E4F89}"/>
              </a:ext>
            </a:extLst>
          </p:cNvPr>
          <p:cNvSpPr>
            <a:spLocks noChangeArrowheads="1"/>
          </p:cNvSpPr>
          <p:nvPr/>
        </p:nvSpPr>
        <p:spPr bwMode="auto">
          <a:xfrm>
            <a:off x="5334000" y="2133600"/>
            <a:ext cx="1828800" cy="10668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59" name="Rectangle 3">
            <a:extLst>
              <a:ext uri="{FF2B5EF4-FFF2-40B4-BE49-F238E27FC236}">
                <a16:creationId xmlns:a16="http://schemas.microsoft.com/office/drawing/2014/main" id="{77025525-8CF6-EF0B-95F7-5710DAF4B8BB}"/>
              </a:ext>
            </a:extLst>
          </p:cNvPr>
          <p:cNvSpPr>
            <a:spLocks noChangeArrowheads="1"/>
          </p:cNvSpPr>
          <p:nvPr/>
        </p:nvSpPr>
        <p:spPr bwMode="auto">
          <a:xfrm>
            <a:off x="1600200" y="2971800"/>
            <a:ext cx="1524000" cy="9144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0" name="Rectangle 4">
            <a:extLst>
              <a:ext uri="{FF2B5EF4-FFF2-40B4-BE49-F238E27FC236}">
                <a16:creationId xmlns:a16="http://schemas.microsoft.com/office/drawing/2014/main" id="{0BB0E147-184D-7A6F-949A-238E1E28DCD8}"/>
              </a:ext>
            </a:extLst>
          </p:cNvPr>
          <p:cNvSpPr>
            <a:spLocks noChangeArrowheads="1"/>
          </p:cNvSpPr>
          <p:nvPr/>
        </p:nvSpPr>
        <p:spPr bwMode="auto">
          <a:xfrm>
            <a:off x="1600200" y="2057400"/>
            <a:ext cx="1524000" cy="6096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1" name="Rectangle 5">
            <a:extLst>
              <a:ext uri="{FF2B5EF4-FFF2-40B4-BE49-F238E27FC236}">
                <a16:creationId xmlns:a16="http://schemas.microsoft.com/office/drawing/2014/main" id="{B87931C5-DF78-72A7-70B5-8FE1F3FFD0FC}"/>
              </a:ext>
            </a:extLst>
          </p:cNvPr>
          <p:cNvSpPr>
            <a:spLocks noGrp="1" noChangeArrowheads="1"/>
          </p:cNvSpPr>
          <p:nvPr>
            <p:ph type="title"/>
          </p:nvPr>
        </p:nvSpPr>
        <p:spPr/>
        <p:txBody>
          <a:bodyPr/>
          <a:lstStyle/>
          <a:p>
            <a:r>
              <a:rPr lang="en-US" altLang="en-US"/>
              <a:t>Example Animation</a:t>
            </a:r>
          </a:p>
        </p:txBody>
      </p:sp>
      <p:sp>
        <p:nvSpPr>
          <p:cNvPr id="96262" name="Rectangle 6">
            <a:extLst>
              <a:ext uri="{FF2B5EF4-FFF2-40B4-BE49-F238E27FC236}">
                <a16:creationId xmlns:a16="http://schemas.microsoft.com/office/drawing/2014/main" id="{1B418E51-FC47-20BC-DFA9-68AA4C2144E4}"/>
              </a:ext>
            </a:extLst>
          </p:cNvPr>
          <p:cNvSpPr>
            <a:spLocks noGrp="1" noChangeArrowheads="1"/>
          </p:cNvSpPr>
          <p:nvPr>
            <p:ph type="body" idx="1"/>
          </p:nvPr>
        </p:nvSpPr>
        <p:spPr/>
        <p:txBody>
          <a:bodyPr/>
          <a:lstStyle/>
          <a:p>
            <a:endParaRPr lang="en-US" altLang="en-US"/>
          </a:p>
          <a:p>
            <a:endParaRPr lang="en-US" altLang="en-US"/>
          </a:p>
          <a:p>
            <a:endParaRPr lang="en-US" altLang="en-US"/>
          </a:p>
          <a:p>
            <a:endParaRPr lang="en-US" altLang="en-US"/>
          </a:p>
          <a:p>
            <a:endParaRPr lang="en-US" altLang="en-US"/>
          </a:p>
          <a:p>
            <a:r>
              <a:rPr lang="en-US" altLang="en-US"/>
              <a:t>Compute-intensive sections on hardware</a:t>
            </a:r>
          </a:p>
          <a:p>
            <a:r>
              <a:rPr lang="en-US" altLang="en-US"/>
              <a:t>Hardware reconfigured for each</a:t>
            </a:r>
          </a:p>
        </p:txBody>
      </p:sp>
      <p:sp>
        <p:nvSpPr>
          <p:cNvPr id="96263" name="Rectangle 7">
            <a:extLst>
              <a:ext uri="{FF2B5EF4-FFF2-40B4-BE49-F238E27FC236}">
                <a16:creationId xmlns:a16="http://schemas.microsoft.com/office/drawing/2014/main" id="{3A370B29-72D8-822F-194D-69C0E185F67E}"/>
              </a:ext>
            </a:extLst>
          </p:cNvPr>
          <p:cNvSpPr>
            <a:spLocks noChangeArrowheads="1"/>
          </p:cNvSpPr>
          <p:nvPr/>
        </p:nvSpPr>
        <p:spPr bwMode="auto">
          <a:xfrm>
            <a:off x="1600200" y="1752600"/>
            <a:ext cx="15240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800">
                <a:latin typeface="Times New Roman" panose="02020603050405020304" pitchFamily="18" charset="0"/>
                <a:cs typeface="Arial" panose="020B0604020202020204" pitchFamily="34" charset="0"/>
              </a:rPr>
              <a:t>wwwwwwwwwww</a:t>
            </a:r>
          </a:p>
          <a:p>
            <a:r>
              <a:rPr lang="en-US" altLang="en-US" sz="800">
                <a:latin typeface="Times New Roman" panose="02020603050405020304" pitchFamily="18" charset="0"/>
                <a:cs typeface="Arial" panose="020B0604020202020204" pitchFamily="34" charset="0"/>
              </a:rPr>
              <a:t>wwwwwwwwwww</a:t>
            </a:r>
          </a:p>
          <a:p>
            <a:r>
              <a:rPr lang="en-US" altLang="en-US" sz="800">
                <a:latin typeface="Times New Roman" panose="02020603050405020304" pitchFamily="18" charset="0"/>
                <a:cs typeface="Arial" panose="020B0604020202020204" pitchFamily="34" charset="0"/>
              </a:rPr>
              <a:t>wwwwwwwww</a:t>
            </a:r>
          </a:p>
          <a:p>
            <a:r>
              <a:rPr lang="en-US" altLang="en-US" sz="800">
                <a:latin typeface="Times New Roman" panose="02020603050405020304" pitchFamily="18" charset="0"/>
                <a:cs typeface="Arial" panose="020B0604020202020204" pitchFamily="34" charset="0"/>
              </a:rPr>
              <a:t>   wwwwwwwwwwwwwww</a:t>
            </a:r>
          </a:p>
          <a:p>
            <a:r>
              <a:rPr lang="en-US" altLang="en-US" sz="800">
                <a:latin typeface="Times New Roman" panose="02020603050405020304" pitchFamily="18" charset="0"/>
                <a:cs typeface="Arial" panose="020B0604020202020204" pitchFamily="34" charset="0"/>
              </a:rPr>
              <a:t>   wwwwwwwwww</a:t>
            </a:r>
          </a:p>
          <a:p>
            <a:r>
              <a:rPr lang="en-US" altLang="en-US" sz="800">
                <a:latin typeface="Times New Roman" panose="02020603050405020304" pitchFamily="18" charset="0"/>
                <a:cs typeface="Arial" panose="020B0604020202020204" pitchFamily="34" charset="0"/>
              </a:rPr>
              <a:t>   wwwwwwwwwwwwww</a:t>
            </a:r>
          </a:p>
          <a:p>
            <a:r>
              <a:rPr lang="en-US" altLang="en-US" sz="800">
                <a:latin typeface="Times New Roman" panose="02020603050405020304" pitchFamily="18" charset="0"/>
                <a:cs typeface="Arial" panose="020B0604020202020204" pitchFamily="34" charset="0"/>
              </a:rPr>
              <a:t>w</a:t>
            </a:r>
          </a:p>
          <a:p>
            <a:endParaRPr lang="en-US" altLang="en-US" sz="800">
              <a:latin typeface="Times New Roman" panose="02020603050405020304" pitchFamily="18" charset="0"/>
              <a:cs typeface="Arial" panose="020B0604020202020204" pitchFamily="34" charset="0"/>
            </a:endParaRPr>
          </a:p>
          <a:p>
            <a:r>
              <a:rPr lang="en-US" altLang="en-US" sz="800">
                <a:latin typeface="Times New Roman" panose="02020603050405020304" pitchFamily="18" charset="0"/>
                <a:cs typeface="Arial" panose="020B0604020202020204" pitchFamily="34" charset="0"/>
              </a:rPr>
              <a:t>wwwwwwwwwwwwwww</a:t>
            </a:r>
          </a:p>
          <a:p>
            <a:r>
              <a:rPr lang="en-US" altLang="en-US" sz="800">
                <a:latin typeface="Times New Roman" panose="02020603050405020304" pitchFamily="18" charset="0"/>
                <a:cs typeface="Arial" panose="020B0604020202020204" pitchFamily="34" charset="0"/>
              </a:rPr>
              <a:t>wwwwwwwwww</a:t>
            </a:r>
          </a:p>
          <a:p>
            <a:r>
              <a:rPr lang="en-US" altLang="en-US" sz="800">
                <a:latin typeface="Times New Roman" panose="02020603050405020304" pitchFamily="18" charset="0"/>
                <a:cs typeface="Arial" panose="020B0604020202020204" pitchFamily="34" charset="0"/>
              </a:rPr>
              <a:t>wwwwwwwwwwwww</a:t>
            </a:r>
          </a:p>
          <a:p>
            <a:r>
              <a:rPr lang="en-US" altLang="en-US" sz="800">
                <a:latin typeface="Times New Roman" panose="02020603050405020304" pitchFamily="18" charset="0"/>
                <a:cs typeface="Arial" panose="020B0604020202020204" pitchFamily="34" charset="0"/>
              </a:rPr>
              <a:t>   wwwwwwwwwwwwww</a:t>
            </a:r>
          </a:p>
          <a:p>
            <a:r>
              <a:rPr lang="en-US" altLang="en-US" sz="800">
                <a:latin typeface="Times New Roman" panose="02020603050405020304" pitchFamily="18" charset="0"/>
                <a:cs typeface="Arial" panose="020B0604020202020204" pitchFamily="34" charset="0"/>
              </a:rPr>
              <a:t>      wwwwwwwwww</a:t>
            </a:r>
          </a:p>
          <a:p>
            <a:r>
              <a:rPr lang="en-US" altLang="en-US" sz="800">
                <a:latin typeface="Times New Roman" panose="02020603050405020304" pitchFamily="18" charset="0"/>
                <a:cs typeface="Arial" panose="020B0604020202020204" pitchFamily="34" charset="0"/>
              </a:rPr>
              <a:t>      wwwwww</a:t>
            </a:r>
          </a:p>
          <a:p>
            <a:r>
              <a:rPr lang="en-US" altLang="en-US" sz="800">
                <a:latin typeface="Times New Roman" panose="02020603050405020304" pitchFamily="18" charset="0"/>
                <a:cs typeface="Arial" panose="020B0604020202020204" pitchFamily="34" charset="0"/>
              </a:rPr>
              <a:t>      wwwwwwwwwwwww</a:t>
            </a:r>
          </a:p>
          <a:p>
            <a:r>
              <a:rPr lang="en-US" altLang="en-US" sz="800">
                <a:latin typeface="Times New Roman" panose="02020603050405020304" pitchFamily="18" charset="0"/>
                <a:cs typeface="Arial" panose="020B0604020202020204" pitchFamily="34" charset="0"/>
              </a:rPr>
              <a:t>   w</a:t>
            </a:r>
          </a:p>
          <a:p>
            <a:r>
              <a:rPr lang="en-US" altLang="en-US" sz="800">
                <a:latin typeface="Times New Roman" panose="02020603050405020304" pitchFamily="18" charset="0"/>
                <a:cs typeface="Arial" panose="020B0604020202020204" pitchFamily="34" charset="0"/>
              </a:rPr>
              <a:t>w</a:t>
            </a:r>
          </a:p>
        </p:txBody>
      </p:sp>
      <p:sp>
        <p:nvSpPr>
          <p:cNvPr id="96264" name="Text Box 8">
            <a:extLst>
              <a:ext uri="{FF2B5EF4-FFF2-40B4-BE49-F238E27FC236}">
                <a16:creationId xmlns:a16="http://schemas.microsoft.com/office/drawing/2014/main" id="{56CBE2A3-8FAB-BCF2-76D7-57C3EFCE0CC7}"/>
              </a:ext>
            </a:extLst>
          </p:cNvPr>
          <p:cNvSpPr txBox="1">
            <a:spLocks noChangeArrowheads="1"/>
          </p:cNvSpPr>
          <p:nvPr/>
        </p:nvSpPr>
        <p:spPr bwMode="auto">
          <a:xfrm>
            <a:off x="1519238" y="3810000"/>
            <a:ext cx="1681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cs typeface="Arial" panose="020B0604020202020204" pitchFamily="34" charset="0"/>
              </a:rPr>
              <a:t>Source code</a:t>
            </a:r>
          </a:p>
        </p:txBody>
      </p:sp>
      <p:sp>
        <p:nvSpPr>
          <p:cNvPr id="96265" name="Rectangle 9">
            <a:extLst>
              <a:ext uri="{FF2B5EF4-FFF2-40B4-BE49-F238E27FC236}">
                <a16:creationId xmlns:a16="http://schemas.microsoft.com/office/drawing/2014/main" id="{3F95D487-AA50-B25D-C32F-B4A65B59CAC7}"/>
              </a:ext>
            </a:extLst>
          </p:cNvPr>
          <p:cNvSpPr>
            <a:spLocks noChangeArrowheads="1"/>
          </p:cNvSpPr>
          <p:nvPr/>
        </p:nvSpPr>
        <p:spPr bwMode="auto">
          <a:xfrm>
            <a:off x="5334000" y="1981200"/>
            <a:ext cx="1981200" cy="1828800"/>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6" name="Line 10">
            <a:extLst>
              <a:ext uri="{FF2B5EF4-FFF2-40B4-BE49-F238E27FC236}">
                <a16:creationId xmlns:a16="http://schemas.microsoft.com/office/drawing/2014/main" id="{4620152C-AD06-9EF9-15A9-878DC42F3D3C}"/>
              </a:ext>
            </a:extLst>
          </p:cNvPr>
          <p:cNvSpPr>
            <a:spLocks noChangeShapeType="1"/>
          </p:cNvSpPr>
          <p:nvPr/>
        </p:nvSpPr>
        <p:spPr bwMode="auto">
          <a:xfrm>
            <a:off x="5486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67" name="Line 11">
            <a:extLst>
              <a:ext uri="{FF2B5EF4-FFF2-40B4-BE49-F238E27FC236}">
                <a16:creationId xmlns:a16="http://schemas.microsoft.com/office/drawing/2014/main" id="{4F6E06B3-B735-36C9-3075-35BABE3419A5}"/>
              </a:ext>
            </a:extLst>
          </p:cNvPr>
          <p:cNvSpPr>
            <a:spLocks noChangeShapeType="1"/>
          </p:cNvSpPr>
          <p:nvPr/>
        </p:nvSpPr>
        <p:spPr bwMode="auto">
          <a:xfrm>
            <a:off x="5638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68" name="Line 12">
            <a:extLst>
              <a:ext uri="{FF2B5EF4-FFF2-40B4-BE49-F238E27FC236}">
                <a16:creationId xmlns:a16="http://schemas.microsoft.com/office/drawing/2014/main" id="{5E12992F-BDE6-167A-B237-0963ACBCB74B}"/>
              </a:ext>
            </a:extLst>
          </p:cNvPr>
          <p:cNvSpPr>
            <a:spLocks noChangeShapeType="1"/>
          </p:cNvSpPr>
          <p:nvPr/>
        </p:nvSpPr>
        <p:spPr bwMode="auto">
          <a:xfrm>
            <a:off x="57912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69" name="Line 13">
            <a:extLst>
              <a:ext uri="{FF2B5EF4-FFF2-40B4-BE49-F238E27FC236}">
                <a16:creationId xmlns:a16="http://schemas.microsoft.com/office/drawing/2014/main" id="{BCDEA2B2-D408-769D-D858-19F8B3E2C723}"/>
              </a:ext>
            </a:extLst>
          </p:cNvPr>
          <p:cNvSpPr>
            <a:spLocks noChangeShapeType="1"/>
          </p:cNvSpPr>
          <p:nvPr/>
        </p:nvSpPr>
        <p:spPr bwMode="auto">
          <a:xfrm>
            <a:off x="59436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0" name="Line 14">
            <a:extLst>
              <a:ext uri="{FF2B5EF4-FFF2-40B4-BE49-F238E27FC236}">
                <a16:creationId xmlns:a16="http://schemas.microsoft.com/office/drawing/2014/main" id="{AAB4D214-1F52-E9C6-F854-8BBD4E330C8F}"/>
              </a:ext>
            </a:extLst>
          </p:cNvPr>
          <p:cNvSpPr>
            <a:spLocks noChangeShapeType="1"/>
          </p:cNvSpPr>
          <p:nvPr/>
        </p:nvSpPr>
        <p:spPr bwMode="auto">
          <a:xfrm>
            <a:off x="60960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1" name="Line 15">
            <a:extLst>
              <a:ext uri="{FF2B5EF4-FFF2-40B4-BE49-F238E27FC236}">
                <a16:creationId xmlns:a16="http://schemas.microsoft.com/office/drawing/2014/main" id="{69BD4CFC-CC90-FCEA-0B48-877A63C8F399}"/>
              </a:ext>
            </a:extLst>
          </p:cNvPr>
          <p:cNvSpPr>
            <a:spLocks noChangeShapeType="1"/>
          </p:cNvSpPr>
          <p:nvPr/>
        </p:nvSpPr>
        <p:spPr bwMode="auto">
          <a:xfrm>
            <a:off x="6248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2" name="Line 16">
            <a:extLst>
              <a:ext uri="{FF2B5EF4-FFF2-40B4-BE49-F238E27FC236}">
                <a16:creationId xmlns:a16="http://schemas.microsoft.com/office/drawing/2014/main" id="{52B9455F-67A8-B8F5-9BC0-FB64DB9AD13D}"/>
              </a:ext>
            </a:extLst>
          </p:cNvPr>
          <p:cNvSpPr>
            <a:spLocks noChangeShapeType="1"/>
          </p:cNvSpPr>
          <p:nvPr/>
        </p:nvSpPr>
        <p:spPr bwMode="auto">
          <a:xfrm>
            <a:off x="6400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3" name="Line 17">
            <a:extLst>
              <a:ext uri="{FF2B5EF4-FFF2-40B4-BE49-F238E27FC236}">
                <a16:creationId xmlns:a16="http://schemas.microsoft.com/office/drawing/2014/main" id="{3B751165-62A7-FFF5-C59E-4C49E3AAF590}"/>
              </a:ext>
            </a:extLst>
          </p:cNvPr>
          <p:cNvSpPr>
            <a:spLocks noChangeShapeType="1"/>
          </p:cNvSpPr>
          <p:nvPr/>
        </p:nvSpPr>
        <p:spPr bwMode="auto">
          <a:xfrm>
            <a:off x="65532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4" name="Line 18">
            <a:extLst>
              <a:ext uri="{FF2B5EF4-FFF2-40B4-BE49-F238E27FC236}">
                <a16:creationId xmlns:a16="http://schemas.microsoft.com/office/drawing/2014/main" id="{B9F51E00-39B9-5109-8C05-E3F3792AD4DF}"/>
              </a:ext>
            </a:extLst>
          </p:cNvPr>
          <p:cNvSpPr>
            <a:spLocks noChangeShapeType="1"/>
          </p:cNvSpPr>
          <p:nvPr/>
        </p:nvSpPr>
        <p:spPr bwMode="auto">
          <a:xfrm>
            <a:off x="67056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5" name="Line 19">
            <a:extLst>
              <a:ext uri="{FF2B5EF4-FFF2-40B4-BE49-F238E27FC236}">
                <a16:creationId xmlns:a16="http://schemas.microsoft.com/office/drawing/2014/main" id="{1E881824-11F7-A910-7DEF-EEE86C0AEE00}"/>
              </a:ext>
            </a:extLst>
          </p:cNvPr>
          <p:cNvSpPr>
            <a:spLocks noChangeShapeType="1"/>
          </p:cNvSpPr>
          <p:nvPr/>
        </p:nvSpPr>
        <p:spPr bwMode="auto">
          <a:xfrm>
            <a:off x="68580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6" name="Line 20">
            <a:extLst>
              <a:ext uri="{FF2B5EF4-FFF2-40B4-BE49-F238E27FC236}">
                <a16:creationId xmlns:a16="http://schemas.microsoft.com/office/drawing/2014/main" id="{2B0E7F4A-6BE0-F45B-2B0A-10C1630ACCE4}"/>
              </a:ext>
            </a:extLst>
          </p:cNvPr>
          <p:cNvSpPr>
            <a:spLocks noChangeShapeType="1"/>
          </p:cNvSpPr>
          <p:nvPr/>
        </p:nvSpPr>
        <p:spPr bwMode="auto">
          <a:xfrm>
            <a:off x="7010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7" name="Line 21">
            <a:extLst>
              <a:ext uri="{FF2B5EF4-FFF2-40B4-BE49-F238E27FC236}">
                <a16:creationId xmlns:a16="http://schemas.microsoft.com/office/drawing/2014/main" id="{EE3D51AF-BB8B-DF5F-13A7-0FF753578FCC}"/>
              </a:ext>
            </a:extLst>
          </p:cNvPr>
          <p:cNvSpPr>
            <a:spLocks noChangeShapeType="1"/>
          </p:cNvSpPr>
          <p:nvPr/>
        </p:nvSpPr>
        <p:spPr bwMode="auto">
          <a:xfrm>
            <a:off x="7162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8" name="Line 22">
            <a:extLst>
              <a:ext uri="{FF2B5EF4-FFF2-40B4-BE49-F238E27FC236}">
                <a16:creationId xmlns:a16="http://schemas.microsoft.com/office/drawing/2014/main" id="{6A2B3A6D-B02E-0484-873D-8630CAB05128}"/>
              </a:ext>
            </a:extLst>
          </p:cNvPr>
          <p:cNvSpPr>
            <a:spLocks noChangeShapeType="1"/>
          </p:cNvSpPr>
          <p:nvPr/>
        </p:nvSpPr>
        <p:spPr bwMode="auto">
          <a:xfrm>
            <a:off x="5334000" y="2133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9" name="Line 23">
            <a:extLst>
              <a:ext uri="{FF2B5EF4-FFF2-40B4-BE49-F238E27FC236}">
                <a16:creationId xmlns:a16="http://schemas.microsoft.com/office/drawing/2014/main" id="{A32EEAF8-0D36-57DE-4153-ADF2C48EDE3E}"/>
              </a:ext>
            </a:extLst>
          </p:cNvPr>
          <p:cNvSpPr>
            <a:spLocks noChangeShapeType="1"/>
          </p:cNvSpPr>
          <p:nvPr/>
        </p:nvSpPr>
        <p:spPr bwMode="auto">
          <a:xfrm>
            <a:off x="5334000" y="2286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0" name="Line 24">
            <a:extLst>
              <a:ext uri="{FF2B5EF4-FFF2-40B4-BE49-F238E27FC236}">
                <a16:creationId xmlns:a16="http://schemas.microsoft.com/office/drawing/2014/main" id="{F40284B7-AC69-5E35-8519-742B804E560F}"/>
              </a:ext>
            </a:extLst>
          </p:cNvPr>
          <p:cNvSpPr>
            <a:spLocks noChangeShapeType="1"/>
          </p:cNvSpPr>
          <p:nvPr/>
        </p:nvSpPr>
        <p:spPr bwMode="auto">
          <a:xfrm>
            <a:off x="5334000" y="24384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1" name="Line 25">
            <a:extLst>
              <a:ext uri="{FF2B5EF4-FFF2-40B4-BE49-F238E27FC236}">
                <a16:creationId xmlns:a16="http://schemas.microsoft.com/office/drawing/2014/main" id="{10308C6A-0A9B-2CE3-917C-3B819C3FBD3B}"/>
              </a:ext>
            </a:extLst>
          </p:cNvPr>
          <p:cNvSpPr>
            <a:spLocks noChangeShapeType="1"/>
          </p:cNvSpPr>
          <p:nvPr/>
        </p:nvSpPr>
        <p:spPr bwMode="auto">
          <a:xfrm>
            <a:off x="5334000" y="25908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2" name="Line 26">
            <a:extLst>
              <a:ext uri="{FF2B5EF4-FFF2-40B4-BE49-F238E27FC236}">
                <a16:creationId xmlns:a16="http://schemas.microsoft.com/office/drawing/2014/main" id="{9DCD9F54-2C1C-0686-BFEE-42DF46DC7DAD}"/>
              </a:ext>
            </a:extLst>
          </p:cNvPr>
          <p:cNvSpPr>
            <a:spLocks noChangeShapeType="1"/>
          </p:cNvSpPr>
          <p:nvPr/>
        </p:nvSpPr>
        <p:spPr bwMode="auto">
          <a:xfrm>
            <a:off x="5334000" y="27432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3" name="Line 27">
            <a:extLst>
              <a:ext uri="{FF2B5EF4-FFF2-40B4-BE49-F238E27FC236}">
                <a16:creationId xmlns:a16="http://schemas.microsoft.com/office/drawing/2014/main" id="{166FA45B-AD4B-741D-3DA6-F12885984DC3}"/>
              </a:ext>
            </a:extLst>
          </p:cNvPr>
          <p:cNvSpPr>
            <a:spLocks noChangeShapeType="1"/>
          </p:cNvSpPr>
          <p:nvPr/>
        </p:nvSpPr>
        <p:spPr bwMode="auto">
          <a:xfrm>
            <a:off x="5334000" y="2895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4" name="Line 28">
            <a:extLst>
              <a:ext uri="{FF2B5EF4-FFF2-40B4-BE49-F238E27FC236}">
                <a16:creationId xmlns:a16="http://schemas.microsoft.com/office/drawing/2014/main" id="{1F0FE8CF-F4BE-45C4-DC0B-32D6C7330307}"/>
              </a:ext>
            </a:extLst>
          </p:cNvPr>
          <p:cNvSpPr>
            <a:spLocks noChangeShapeType="1"/>
          </p:cNvSpPr>
          <p:nvPr/>
        </p:nvSpPr>
        <p:spPr bwMode="auto">
          <a:xfrm>
            <a:off x="5334000" y="3048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5" name="Line 29">
            <a:extLst>
              <a:ext uri="{FF2B5EF4-FFF2-40B4-BE49-F238E27FC236}">
                <a16:creationId xmlns:a16="http://schemas.microsoft.com/office/drawing/2014/main" id="{48D8EFEF-98B6-FAF5-F977-E1A711C8EA58}"/>
              </a:ext>
            </a:extLst>
          </p:cNvPr>
          <p:cNvSpPr>
            <a:spLocks noChangeShapeType="1"/>
          </p:cNvSpPr>
          <p:nvPr/>
        </p:nvSpPr>
        <p:spPr bwMode="auto">
          <a:xfrm>
            <a:off x="5334000" y="32004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6" name="Line 30">
            <a:extLst>
              <a:ext uri="{FF2B5EF4-FFF2-40B4-BE49-F238E27FC236}">
                <a16:creationId xmlns:a16="http://schemas.microsoft.com/office/drawing/2014/main" id="{4D060AEB-4365-F31E-B3C9-E725D38C1AD0}"/>
              </a:ext>
            </a:extLst>
          </p:cNvPr>
          <p:cNvSpPr>
            <a:spLocks noChangeShapeType="1"/>
          </p:cNvSpPr>
          <p:nvPr/>
        </p:nvSpPr>
        <p:spPr bwMode="auto">
          <a:xfrm>
            <a:off x="5334000" y="33528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7" name="Line 31">
            <a:extLst>
              <a:ext uri="{FF2B5EF4-FFF2-40B4-BE49-F238E27FC236}">
                <a16:creationId xmlns:a16="http://schemas.microsoft.com/office/drawing/2014/main" id="{EA2DE784-B732-6674-CFDB-13687D5AA686}"/>
              </a:ext>
            </a:extLst>
          </p:cNvPr>
          <p:cNvSpPr>
            <a:spLocks noChangeShapeType="1"/>
          </p:cNvSpPr>
          <p:nvPr/>
        </p:nvSpPr>
        <p:spPr bwMode="auto">
          <a:xfrm>
            <a:off x="5334000" y="35052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8" name="Line 32">
            <a:extLst>
              <a:ext uri="{FF2B5EF4-FFF2-40B4-BE49-F238E27FC236}">
                <a16:creationId xmlns:a16="http://schemas.microsoft.com/office/drawing/2014/main" id="{72662B90-40BD-7C28-D354-A852BABD23E0}"/>
              </a:ext>
            </a:extLst>
          </p:cNvPr>
          <p:cNvSpPr>
            <a:spLocks noChangeShapeType="1"/>
          </p:cNvSpPr>
          <p:nvPr/>
        </p:nvSpPr>
        <p:spPr bwMode="auto">
          <a:xfrm>
            <a:off x="5334000" y="3657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9" name="AutoShape 33">
            <a:extLst>
              <a:ext uri="{FF2B5EF4-FFF2-40B4-BE49-F238E27FC236}">
                <a16:creationId xmlns:a16="http://schemas.microsoft.com/office/drawing/2014/main" id="{639BB03B-C6CC-8CF5-3D90-90E34102F039}"/>
              </a:ext>
            </a:extLst>
          </p:cNvPr>
          <p:cNvSpPr>
            <a:spLocks/>
          </p:cNvSpPr>
          <p:nvPr/>
        </p:nvSpPr>
        <p:spPr bwMode="auto">
          <a:xfrm>
            <a:off x="3276600" y="2057400"/>
            <a:ext cx="228600" cy="609600"/>
          </a:xfrm>
          <a:prstGeom prst="rightBrace">
            <a:avLst>
              <a:gd name="adj1" fmla="val 222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90" name="Line 34">
            <a:extLst>
              <a:ext uri="{FF2B5EF4-FFF2-40B4-BE49-F238E27FC236}">
                <a16:creationId xmlns:a16="http://schemas.microsoft.com/office/drawing/2014/main" id="{4262DA83-5135-600C-BABA-3BDCB073D484}"/>
              </a:ext>
            </a:extLst>
          </p:cNvPr>
          <p:cNvSpPr>
            <a:spLocks noChangeShapeType="1"/>
          </p:cNvSpPr>
          <p:nvPr/>
        </p:nvSpPr>
        <p:spPr bwMode="auto">
          <a:xfrm>
            <a:off x="3581400" y="2362200"/>
            <a:ext cx="1676400" cy="304800"/>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91" name="Text Box 35">
            <a:extLst>
              <a:ext uri="{FF2B5EF4-FFF2-40B4-BE49-F238E27FC236}">
                <a16:creationId xmlns:a16="http://schemas.microsoft.com/office/drawing/2014/main" id="{81BFC92A-F5D2-114F-2C2F-CF853D9B61CE}"/>
              </a:ext>
            </a:extLst>
          </p:cNvPr>
          <p:cNvSpPr txBox="1">
            <a:spLocks noChangeArrowheads="1"/>
          </p:cNvSpPr>
          <p:nvPr/>
        </p:nvSpPr>
        <p:spPr bwMode="auto">
          <a:xfrm>
            <a:off x="5892800" y="3733800"/>
            <a:ext cx="96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cs typeface="Arial" panose="020B0604020202020204" pitchFamily="34" charset="0"/>
              </a:rPr>
              <a:t>FPGA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2562FFF-35C5-4967-8F7C-39161026E540}"/>
              </a:ext>
            </a:extLst>
          </p:cNvPr>
          <p:cNvSpPr>
            <a:spLocks noGrp="1"/>
          </p:cNvSpPr>
          <p:nvPr>
            <p:ph type="sldNum" sz="quarter" idx="12"/>
          </p:nvPr>
        </p:nvSpPr>
        <p:spPr/>
        <p:txBody>
          <a:bodyPr/>
          <a:lstStyle/>
          <a:p>
            <a:fld id="{C6442536-18ED-5C46-89D7-F82467CB5DA8}" type="slidenum">
              <a:rPr lang="en-US" altLang="en-US"/>
              <a:pPr/>
              <a:t>22</a:t>
            </a:fld>
            <a:endParaRPr lang="en-US" altLang="en-US"/>
          </a:p>
        </p:txBody>
      </p:sp>
      <p:sp>
        <p:nvSpPr>
          <p:cNvPr id="97282" name="Rectangle 2">
            <a:extLst>
              <a:ext uri="{FF2B5EF4-FFF2-40B4-BE49-F238E27FC236}">
                <a16:creationId xmlns:a16="http://schemas.microsoft.com/office/drawing/2014/main" id="{D2D9658C-435E-209A-AAFD-4523C62D6173}"/>
              </a:ext>
            </a:extLst>
          </p:cNvPr>
          <p:cNvSpPr>
            <a:spLocks noChangeArrowheads="1"/>
          </p:cNvSpPr>
          <p:nvPr/>
        </p:nvSpPr>
        <p:spPr bwMode="auto">
          <a:xfrm>
            <a:off x="5791200" y="2133600"/>
            <a:ext cx="1524000" cy="16764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3" name="Rectangle 3">
            <a:extLst>
              <a:ext uri="{FF2B5EF4-FFF2-40B4-BE49-F238E27FC236}">
                <a16:creationId xmlns:a16="http://schemas.microsoft.com/office/drawing/2014/main" id="{C4BB059E-2603-E3F6-B1C4-DF839BB0C8E2}"/>
              </a:ext>
            </a:extLst>
          </p:cNvPr>
          <p:cNvSpPr>
            <a:spLocks noChangeArrowheads="1"/>
          </p:cNvSpPr>
          <p:nvPr/>
        </p:nvSpPr>
        <p:spPr bwMode="auto">
          <a:xfrm>
            <a:off x="1600200" y="2971800"/>
            <a:ext cx="1524000" cy="9144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4" name="Rectangle 4">
            <a:extLst>
              <a:ext uri="{FF2B5EF4-FFF2-40B4-BE49-F238E27FC236}">
                <a16:creationId xmlns:a16="http://schemas.microsoft.com/office/drawing/2014/main" id="{9C9DA7BB-A6F0-67E4-C6FC-D4276443A9BF}"/>
              </a:ext>
            </a:extLst>
          </p:cNvPr>
          <p:cNvSpPr>
            <a:spLocks noChangeArrowheads="1"/>
          </p:cNvSpPr>
          <p:nvPr/>
        </p:nvSpPr>
        <p:spPr bwMode="auto">
          <a:xfrm>
            <a:off x="1600200" y="2057400"/>
            <a:ext cx="1524000" cy="6096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5" name="Rectangle 5">
            <a:extLst>
              <a:ext uri="{FF2B5EF4-FFF2-40B4-BE49-F238E27FC236}">
                <a16:creationId xmlns:a16="http://schemas.microsoft.com/office/drawing/2014/main" id="{15553526-7F02-C3C7-B7EB-99FD5F6CD76C}"/>
              </a:ext>
            </a:extLst>
          </p:cNvPr>
          <p:cNvSpPr>
            <a:spLocks noGrp="1" noChangeArrowheads="1"/>
          </p:cNvSpPr>
          <p:nvPr>
            <p:ph type="title"/>
          </p:nvPr>
        </p:nvSpPr>
        <p:spPr/>
        <p:txBody>
          <a:bodyPr/>
          <a:lstStyle/>
          <a:p>
            <a:r>
              <a:rPr lang="en-US" altLang="en-US"/>
              <a:t>Example Animation</a:t>
            </a:r>
          </a:p>
        </p:txBody>
      </p:sp>
      <p:sp>
        <p:nvSpPr>
          <p:cNvPr id="97286" name="Rectangle 6">
            <a:extLst>
              <a:ext uri="{FF2B5EF4-FFF2-40B4-BE49-F238E27FC236}">
                <a16:creationId xmlns:a16="http://schemas.microsoft.com/office/drawing/2014/main" id="{72CB5C6B-DA86-5C36-D0BC-144323C7C34D}"/>
              </a:ext>
            </a:extLst>
          </p:cNvPr>
          <p:cNvSpPr>
            <a:spLocks noGrp="1" noChangeArrowheads="1"/>
          </p:cNvSpPr>
          <p:nvPr>
            <p:ph type="body" idx="1"/>
          </p:nvPr>
        </p:nvSpPr>
        <p:spPr/>
        <p:txBody>
          <a:bodyPr/>
          <a:lstStyle/>
          <a:p>
            <a:endParaRPr lang="en-US" altLang="en-US"/>
          </a:p>
          <a:p>
            <a:endParaRPr lang="en-US" altLang="en-US"/>
          </a:p>
          <a:p>
            <a:endParaRPr lang="en-US" altLang="en-US"/>
          </a:p>
          <a:p>
            <a:endParaRPr lang="en-US" altLang="en-US"/>
          </a:p>
          <a:p>
            <a:endParaRPr lang="en-US" altLang="en-US"/>
          </a:p>
          <a:p>
            <a:r>
              <a:rPr lang="en-US" altLang="en-US"/>
              <a:t>Compute-intensive sections on hardware</a:t>
            </a:r>
          </a:p>
          <a:p>
            <a:r>
              <a:rPr lang="en-US" altLang="en-US"/>
              <a:t>Hardware reconfigured for each</a:t>
            </a:r>
          </a:p>
        </p:txBody>
      </p:sp>
      <p:sp>
        <p:nvSpPr>
          <p:cNvPr id="97287" name="Rectangle 7">
            <a:extLst>
              <a:ext uri="{FF2B5EF4-FFF2-40B4-BE49-F238E27FC236}">
                <a16:creationId xmlns:a16="http://schemas.microsoft.com/office/drawing/2014/main" id="{39E6AFDD-BD5E-E848-06B1-044722B9DE12}"/>
              </a:ext>
            </a:extLst>
          </p:cNvPr>
          <p:cNvSpPr>
            <a:spLocks noChangeArrowheads="1"/>
          </p:cNvSpPr>
          <p:nvPr/>
        </p:nvSpPr>
        <p:spPr bwMode="auto">
          <a:xfrm>
            <a:off x="1600200" y="1752600"/>
            <a:ext cx="15240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800">
                <a:latin typeface="Times New Roman" panose="02020603050405020304" pitchFamily="18" charset="0"/>
                <a:cs typeface="Arial" panose="020B0604020202020204" pitchFamily="34" charset="0"/>
              </a:rPr>
              <a:t>wwwwwwwwwww</a:t>
            </a:r>
          </a:p>
          <a:p>
            <a:r>
              <a:rPr lang="en-US" altLang="en-US" sz="800">
                <a:latin typeface="Times New Roman" panose="02020603050405020304" pitchFamily="18" charset="0"/>
                <a:cs typeface="Arial" panose="020B0604020202020204" pitchFamily="34" charset="0"/>
              </a:rPr>
              <a:t>wwwwwwwwwww</a:t>
            </a:r>
          </a:p>
          <a:p>
            <a:r>
              <a:rPr lang="en-US" altLang="en-US" sz="800">
                <a:latin typeface="Times New Roman" panose="02020603050405020304" pitchFamily="18" charset="0"/>
                <a:cs typeface="Arial" panose="020B0604020202020204" pitchFamily="34" charset="0"/>
              </a:rPr>
              <a:t>wwwwwwwww</a:t>
            </a:r>
          </a:p>
          <a:p>
            <a:r>
              <a:rPr lang="en-US" altLang="en-US" sz="800">
                <a:latin typeface="Times New Roman" panose="02020603050405020304" pitchFamily="18" charset="0"/>
                <a:cs typeface="Arial" panose="020B0604020202020204" pitchFamily="34" charset="0"/>
              </a:rPr>
              <a:t>   wwwwwwwwwwwwwww</a:t>
            </a:r>
          </a:p>
          <a:p>
            <a:r>
              <a:rPr lang="en-US" altLang="en-US" sz="800">
                <a:latin typeface="Times New Roman" panose="02020603050405020304" pitchFamily="18" charset="0"/>
                <a:cs typeface="Arial" panose="020B0604020202020204" pitchFamily="34" charset="0"/>
              </a:rPr>
              <a:t>   wwwwwwwwww</a:t>
            </a:r>
          </a:p>
          <a:p>
            <a:r>
              <a:rPr lang="en-US" altLang="en-US" sz="800">
                <a:latin typeface="Times New Roman" panose="02020603050405020304" pitchFamily="18" charset="0"/>
                <a:cs typeface="Arial" panose="020B0604020202020204" pitchFamily="34" charset="0"/>
              </a:rPr>
              <a:t>   wwwwwwwwwwwwww</a:t>
            </a:r>
          </a:p>
          <a:p>
            <a:r>
              <a:rPr lang="en-US" altLang="en-US" sz="800">
                <a:latin typeface="Times New Roman" panose="02020603050405020304" pitchFamily="18" charset="0"/>
                <a:cs typeface="Arial" panose="020B0604020202020204" pitchFamily="34" charset="0"/>
              </a:rPr>
              <a:t>w</a:t>
            </a:r>
          </a:p>
          <a:p>
            <a:endParaRPr lang="en-US" altLang="en-US" sz="800">
              <a:latin typeface="Times New Roman" panose="02020603050405020304" pitchFamily="18" charset="0"/>
              <a:cs typeface="Arial" panose="020B0604020202020204" pitchFamily="34" charset="0"/>
            </a:endParaRPr>
          </a:p>
          <a:p>
            <a:r>
              <a:rPr lang="en-US" altLang="en-US" sz="800">
                <a:latin typeface="Times New Roman" panose="02020603050405020304" pitchFamily="18" charset="0"/>
                <a:cs typeface="Arial" panose="020B0604020202020204" pitchFamily="34" charset="0"/>
              </a:rPr>
              <a:t>wwwwwwwwwwwwwww</a:t>
            </a:r>
          </a:p>
          <a:p>
            <a:r>
              <a:rPr lang="en-US" altLang="en-US" sz="800">
                <a:latin typeface="Times New Roman" panose="02020603050405020304" pitchFamily="18" charset="0"/>
                <a:cs typeface="Arial" panose="020B0604020202020204" pitchFamily="34" charset="0"/>
              </a:rPr>
              <a:t>wwwwwwwwww</a:t>
            </a:r>
          </a:p>
          <a:p>
            <a:r>
              <a:rPr lang="en-US" altLang="en-US" sz="800">
                <a:latin typeface="Times New Roman" panose="02020603050405020304" pitchFamily="18" charset="0"/>
                <a:cs typeface="Arial" panose="020B0604020202020204" pitchFamily="34" charset="0"/>
              </a:rPr>
              <a:t>wwwwwwwwwwwww</a:t>
            </a:r>
          </a:p>
          <a:p>
            <a:r>
              <a:rPr lang="en-US" altLang="en-US" sz="800">
                <a:latin typeface="Times New Roman" panose="02020603050405020304" pitchFamily="18" charset="0"/>
                <a:cs typeface="Arial" panose="020B0604020202020204" pitchFamily="34" charset="0"/>
              </a:rPr>
              <a:t>   wwwwwwwwwwwwww</a:t>
            </a:r>
          </a:p>
          <a:p>
            <a:r>
              <a:rPr lang="en-US" altLang="en-US" sz="800">
                <a:latin typeface="Times New Roman" panose="02020603050405020304" pitchFamily="18" charset="0"/>
                <a:cs typeface="Arial" panose="020B0604020202020204" pitchFamily="34" charset="0"/>
              </a:rPr>
              <a:t>      wwwwwwwwww</a:t>
            </a:r>
          </a:p>
          <a:p>
            <a:r>
              <a:rPr lang="en-US" altLang="en-US" sz="800">
                <a:latin typeface="Times New Roman" panose="02020603050405020304" pitchFamily="18" charset="0"/>
                <a:cs typeface="Arial" panose="020B0604020202020204" pitchFamily="34" charset="0"/>
              </a:rPr>
              <a:t>      wwwwww</a:t>
            </a:r>
          </a:p>
          <a:p>
            <a:r>
              <a:rPr lang="en-US" altLang="en-US" sz="800">
                <a:latin typeface="Times New Roman" panose="02020603050405020304" pitchFamily="18" charset="0"/>
                <a:cs typeface="Arial" panose="020B0604020202020204" pitchFamily="34" charset="0"/>
              </a:rPr>
              <a:t>      wwwwwwwwwwwww</a:t>
            </a:r>
          </a:p>
          <a:p>
            <a:r>
              <a:rPr lang="en-US" altLang="en-US" sz="800">
                <a:latin typeface="Times New Roman" panose="02020603050405020304" pitchFamily="18" charset="0"/>
                <a:cs typeface="Arial" panose="020B0604020202020204" pitchFamily="34" charset="0"/>
              </a:rPr>
              <a:t>   w</a:t>
            </a:r>
          </a:p>
          <a:p>
            <a:r>
              <a:rPr lang="en-US" altLang="en-US" sz="800">
                <a:latin typeface="Times New Roman" panose="02020603050405020304" pitchFamily="18" charset="0"/>
                <a:cs typeface="Arial" panose="020B0604020202020204" pitchFamily="34" charset="0"/>
              </a:rPr>
              <a:t>w</a:t>
            </a:r>
          </a:p>
        </p:txBody>
      </p:sp>
      <p:sp>
        <p:nvSpPr>
          <p:cNvPr id="97288" name="Text Box 8">
            <a:extLst>
              <a:ext uri="{FF2B5EF4-FFF2-40B4-BE49-F238E27FC236}">
                <a16:creationId xmlns:a16="http://schemas.microsoft.com/office/drawing/2014/main" id="{66DE594B-0ED7-0343-56C4-9EFFC1B9FE17}"/>
              </a:ext>
            </a:extLst>
          </p:cNvPr>
          <p:cNvSpPr txBox="1">
            <a:spLocks noChangeArrowheads="1"/>
          </p:cNvSpPr>
          <p:nvPr/>
        </p:nvSpPr>
        <p:spPr bwMode="auto">
          <a:xfrm>
            <a:off x="1519238" y="3810000"/>
            <a:ext cx="1681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cs typeface="Arial" panose="020B0604020202020204" pitchFamily="34" charset="0"/>
              </a:rPr>
              <a:t>Source code</a:t>
            </a:r>
          </a:p>
        </p:txBody>
      </p:sp>
      <p:sp>
        <p:nvSpPr>
          <p:cNvPr id="97289" name="Rectangle 9">
            <a:extLst>
              <a:ext uri="{FF2B5EF4-FFF2-40B4-BE49-F238E27FC236}">
                <a16:creationId xmlns:a16="http://schemas.microsoft.com/office/drawing/2014/main" id="{18938C57-C6DF-436B-96CA-AAA7FF3CEDFB}"/>
              </a:ext>
            </a:extLst>
          </p:cNvPr>
          <p:cNvSpPr>
            <a:spLocks noChangeArrowheads="1"/>
          </p:cNvSpPr>
          <p:nvPr/>
        </p:nvSpPr>
        <p:spPr bwMode="auto">
          <a:xfrm>
            <a:off x="5334000" y="1981200"/>
            <a:ext cx="1981200" cy="1828800"/>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90" name="Line 10">
            <a:extLst>
              <a:ext uri="{FF2B5EF4-FFF2-40B4-BE49-F238E27FC236}">
                <a16:creationId xmlns:a16="http://schemas.microsoft.com/office/drawing/2014/main" id="{7D65B54F-D610-78CC-32EA-01BB58B9513E}"/>
              </a:ext>
            </a:extLst>
          </p:cNvPr>
          <p:cNvSpPr>
            <a:spLocks noChangeShapeType="1"/>
          </p:cNvSpPr>
          <p:nvPr/>
        </p:nvSpPr>
        <p:spPr bwMode="auto">
          <a:xfrm>
            <a:off x="5486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1" name="Line 11">
            <a:extLst>
              <a:ext uri="{FF2B5EF4-FFF2-40B4-BE49-F238E27FC236}">
                <a16:creationId xmlns:a16="http://schemas.microsoft.com/office/drawing/2014/main" id="{C354D9B8-5E1B-6CCF-948C-64361CFD8805}"/>
              </a:ext>
            </a:extLst>
          </p:cNvPr>
          <p:cNvSpPr>
            <a:spLocks noChangeShapeType="1"/>
          </p:cNvSpPr>
          <p:nvPr/>
        </p:nvSpPr>
        <p:spPr bwMode="auto">
          <a:xfrm>
            <a:off x="5638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2" name="Line 12">
            <a:extLst>
              <a:ext uri="{FF2B5EF4-FFF2-40B4-BE49-F238E27FC236}">
                <a16:creationId xmlns:a16="http://schemas.microsoft.com/office/drawing/2014/main" id="{D35CDDE9-525B-684A-A454-81BEA82F4FFD}"/>
              </a:ext>
            </a:extLst>
          </p:cNvPr>
          <p:cNvSpPr>
            <a:spLocks noChangeShapeType="1"/>
          </p:cNvSpPr>
          <p:nvPr/>
        </p:nvSpPr>
        <p:spPr bwMode="auto">
          <a:xfrm>
            <a:off x="57912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3" name="Line 13">
            <a:extLst>
              <a:ext uri="{FF2B5EF4-FFF2-40B4-BE49-F238E27FC236}">
                <a16:creationId xmlns:a16="http://schemas.microsoft.com/office/drawing/2014/main" id="{8EE6C020-92B3-2ADC-F3AE-C6C8B8AA2EDA}"/>
              </a:ext>
            </a:extLst>
          </p:cNvPr>
          <p:cNvSpPr>
            <a:spLocks noChangeShapeType="1"/>
          </p:cNvSpPr>
          <p:nvPr/>
        </p:nvSpPr>
        <p:spPr bwMode="auto">
          <a:xfrm>
            <a:off x="59436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4" name="Line 14">
            <a:extLst>
              <a:ext uri="{FF2B5EF4-FFF2-40B4-BE49-F238E27FC236}">
                <a16:creationId xmlns:a16="http://schemas.microsoft.com/office/drawing/2014/main" id="{842FA7EB-8B67-16F3-3CF3-51915C3F9AF0}"/>
              </a:ext>
            </a:extLst>
          </p:cNvPr>
          <p:cNvSpPr>
            <a:spLocks noChangeShapeType="1"/>
          </p:cNvSpPr>
          <p:nvPr/>
        </p:nvSpPr>
        <p:spPr bwMode="auto">
          <a:xfrm>
            <a:off x="60960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5" name="Line 15">
            <a:extLst>
              <a:ext uri="{FF2B5EF4-FFF2-40B4-BE49-F238E27FC236}">
                <a16:creationId xmlns:a16="http://schemas.microsoft.com/office/drawing/2014/main" id="{4DBF5DB4-3922-6F5E-AA94-6BDCCA9E2E21}"/>
              </a:ext>
            </a:extLst>
          </p:cNvPr>
          <p:cNvSpPr>
            <a:spLocks noChangeShapeType="1"/>
          </p:cNvSpPr>
          <p:nvPr/>
        </p:nvSpPr>
        <p:spPr bwMode="auto">
          <a:xfrm>
            <a:off x="6248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6" name="Line 16">
            <a:extLst>
              <a:ext uri="{FF2B5EF4-FFF2-40B4-BE49-F238E27FC236}">
                <a16:creationId xmlns:a16="http://schemas.microsoft.com/office/drawing/2014/main" id="{750CE0AE-909E-315E-EE46-8A6832BC02D8}"/>
              </a:ext>
            </a:extLst>
          </p:cNvPr>
          <p:cNvSpPr>
            <a:spLocks noChangeShapeType="1"/>
          </p:cNvSpPr>
          <p:nvPr/>
        </p:nvSpPr>
        <p:spPr bwMode="auto">
          <a:xfrm>
            <a:off x="6400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7" name="Line 17">
            <a:extLst>
              <a:ext uri="{FF2B5EF4-FFF2-40B4-BE49-F238E27FC236}">
                <a16:creationId xmlns:a16="http://schemas.microsoft.com/office/drawing/2014/main" id="{0AB14E60-E9C6-17C0-1AD4-862585D3518F}"/>
              </a:ext>
            </a:extLst>
          </p:cNvPr>
          <p:cNvSpPr>
            <a:spLocks noChangeShapeType="1"/>
          </p:cNvSpPr>
          <p:nvPr/>
        </p:nvSpPr>
        <p:spPr bwMode="auto">
          <a:xfrm>
            <a:off x="65532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8" name="Line 18">
            <a:extLst>
              <a:ext uri="{FF2B5EF4-FFF2-40B4-BE49-F238E27FC236}">
                <a16:creationId xmlns:a16="http://schemas.microsoft.com/office/drawing/2014/main" id="{DE797B2B-A76C-66E6-D5CB-CE7537094713}"/>
              </a:ext>
            </a:extLst>
          </p:cNvPr>
          <p:cNvSpPr>
            <a:spLocks noChangeShapeType="1"/>
          </p:cNvSpPr>
          <p:nvPr/>
        </p:nvSpPr>
        <p:spPr bwMode="auto">
          <a:xfrm>
            <a:off x="67056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9" name="Line 19">
            <a:extLst>
              <a:ext uri="{FF2B5EF4-FFF2-40B4-BE49-F238E27FC236}">
                <a16:creationId xmlns:a16="http://schemas.microsoft.com/office/drawing/2014/main" id="{1E3E2874-D0B6-4E67-BD3A-2628B50790AA}"/>
              </a:ext>
            </a:extLst>
          </p:cNvPr>
          <p:cNvSpPr>
            <a:spLocks noChangeShapeType="1"/>
          </p:cNvSpPr>
          <p:nvPr/>
        </p:nvSpPr>
        <p:spPr bwMode="auto">
          <a:xfrm>
            <a:off x="68580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0" name="Line 20">
            <a:extLst>
              <a:ext uri="{FF2B5EF4-FFF2-40B4-BE49-F238E27FC236}">
                <a16:creationId xmlns:a16="http://schemas.microsoft.com/office/drawing/2014/main" id="{F6A45DEB-1179-47A9-D827-546D3364A1ED}"/>
              </a:ext>
            </a:extLst>
          </p:cNvPr>
          <p:cNvSpPr>
            <a:spLocks noChangeShapeType="1"/>
          </p:cNvSpPr>
          <p:nvPr/>
        </p:nvSpPr>
        <p:spPr bwMode="auto">
          <a:xfrm>
            <a:off x="7010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1" name="Line 21">
            <a:extLst>
              <a:ext uri="{FF2B5EF4-FFF2-40B4-BE49-F238E27FC236}">
                <a16:creationId xmlns:a16="http://schemas.microsoft.com/office/drawing/2014/main" id="{E17664F6-3C42-17A2-A054-CE757080C223}"/>
              </a:ext>
            </a:extLst>
          </p:cNvPr>
          <p:cNvSpPr>
            <a:spLocks noChangeShapeType="1"/>
          </p:cNvSpPr>
          <p:nvPr/>
        </p:nvSpPr>
        <p:spPr bwMode="auto">
          <a:xfrm>
            <a:off x="7162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2" name="Line 22">
            <a:extLst>
              <a:ext uri="{FF2B5EF4-FFF2-40B4-BE49-F238E27FC236}">
                <a16:creationId xmlns:a16="http://schemas.microsoft.com/office/drawing/2014/main" id="{80044151-2777-1F10-81E0-9D2DEB960C69}"/>
              </a:ext>
            </a:extLst>
          </p:cNvPr>
          <p:cNvSpPr>
            <a:spLocks noChangeShapeType="1"/>
          </p:cNvSpPr>
          <p:nvPr/>
        </p:nvSpPr>
        <p:spPr bwMode="auto">
          <a:xfrm>
            <a:off x="5334000" y="2133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3" name="Line 23">
            <a:extLst>
              <a:ext uri="{FF2B5EF4-FFF2-40B4-BE49-F238E27FC236}">
                <a16:creationId xmlns:a16="http://schemas.microsoft.com/office/drawing/2014/main" id="{891F1370-8CEB-F95F-9F4D-6D67CB8A1CDC}"/>
              </a:ext>
            </a:extLst>
          </p:cNvPr>
          <p:cNvSpPr>
            <a:spLocks noChangeShapeType="1"/>
          </p:cNvSpPr>
          <p:nvPr/>
        </p:nvSpPr>
        <p:spPr bwMode="auto">
          <a:xfrm>
            <a:off x="5334000" y="2286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4" name="Line 24">
            <a:extLst>
              <a:ext uri="{FF2B5EF4-FFF2-40B4-BE49-F238E27FC236}">
                <a16:creationId xmlns:a16="http://schemas.microsoft.com/office/drawing/2014/main" id="{DEE7B31C-36B4-3443-3E63-57944ECE25DC}"/>
              </a:ext>
            </a:extLst>
          </p:cNvPr>
          <p:cNvSpPr>
            <a:spLocks noChangeShapeType="1"/>
          </p:cNvSpPr>
          <p:nvPr/>
        </p:nvSpPr>
        <p:spPr bwMode="auto">
          <a:xfrm>
            <a:off x="5334000" y="24384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5" name="Line 25">
            <a:extLst>
              <a:ext uri="{FF2B5EF4-FFF2-40B4-BE49-F238E27FC236}">
                <a16:creationId xmlns:a16="http://schemas.microsoft.com/office/drawing/2014/main" id="{7829B90C-7C2E-076F-58A8-9A61E6AFC75A}"/>
              </a:ext>
            </a:extLst>
          </p:cNvPr>
          <p:cNvSpPr>
            <a:spLocks noChangeShapeType="1"/>
          </p:cNvSpPr>
          <p:nvPr/>
        </p:nvSpPr>
        <p:spPr bwMode="auto">
          <a:xfrm>
            <a:off x="5334000" y="25908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6" name="Line 26">
            <a:extLst>
              <a:ext uri="{FF2B5EF4-FFF2-40B4-BE49-F238E27FC236}">
                <a16:creationId xmlns:a16="http://schemas.microsoft.com/office/drawing/2014/main" id="{0F8A8A6D-ADF0-CE03-91C9-13E5551FE04B}"/>
              </a:ext>
            </a:extLst>
          </p:cNvPr>
          <p:cNvSpPr>
            <a:spLocks noChangeShapeType="1"/>
          </p:cNvSpPr>
          <p:nvPr/>
        </p:nvSpPr>
        <p:spPr bwMode="auto">
          <a:xfrm>
            <a:off x="5334000" y="27432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7" name="Line 27">
            <a:extLst>
              <a:ext uri="{FF2B5EF4-FFF2-40B4-BE49-F238E27FC236}">
                <a16:creationId xmlns:a16="http://schemas.microsoft.com/office/drawing/2014/main" id="{F1001795-D0FA-4401-E956-C496D88696E8}"/>
              </a:ext>
            </a:extLst>
          </p:cNvPr>
          <p:cNvSpPr>
            <a:spLocks noChangeShapeType="1"/>
          </p:cNvSpPr>
          <p:nvPr/>
        </p:nvSpPr>
        <p:spPr bwMode="auto">
          <a:xfrm>
            <a:off x="5334000" y="2895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8" name="Line 28">
            <a:extLst>
              <a:ext uri="{FF2B5EF4-FFF2-40B4-BE49-F238E27FC236}">
                <a16:creationId xmlns:a16="http://schemas.microsoft.com/office/drawing/2014/main" id="{E1E27F68-B765-8E5F-B480-718B029C5787}"/>
              </a:ext>
            </a:extLst>
          </p:cNvPr>
          <p:cNvSpPr>
            <a:spLocks noChangeShapeType="1"/>
          </p:cNvSpPr>
          <p:nvPr/>
        </p:nvSpPr>
        <p:spPr bwMode="auto">
          <a:xfrm>
            <a:off x="5334000" y="3048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9" name="Line 29">
            <a:extLst>
              <a:ext uri="{FF2B5EF4-FFF2-40B4-BE49-F238E27FC236}">
                <a16:creationId xmlns:a16="http://schemas.microsoft.com/office/drawing/2014/main" id="{18A4DA7E-4E6D-7FBB-8CAC-644C1063FFEF}"/>
              </a:ext>
            </a:extLst>
          </p:cNvPr>
          <p:cNvSpPr>
            <a:spLocks noChangeShapeType="1"/>
          </p:cNvSpPr>
          <p:nvPr/>
        </p:nvSpPr>
        <p:spPr bwMode="auto">
          <a:xfrm>
            <a:off x="5334000" y="32004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0" name="Line 30">
            <a:extLst>
              <a:ext uri="{FF2B5EF4-FFF2-40B4-BE49-F238E27FC236}">
                <a16:creationId xmlns:a16="http://schemas.microsoft.com/office/drawing/2014/main" id="{C1E26B31-D345-5A3D-AFCE-1F96B39BA81E}"/>
              </a:ext>
            </a:extLst>
          </p:cNvPr>
          <p:cNvSpPr>
            <a:spLocks noChangeShapeType="1"/>
          </p:cNvSpPr>
          <p:nvPr/>
        </p:nvSpPr>
        <p:spPr bwMode="auto">
          <a:xfrm>
            <a:off x="5334000" y="33528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1" name="Line 31">
            <a:extLst>
              <a:ext uri="{FF2B5EF4-FFF2-40B4-BE49-F238E27FC236}">
                <a16:creationId xmlns:a16="http://schemas.microsoft.com/office/drawing/2014/main" id="{8162E53D-5732-D568-7D82-7A9211A8B3DB}"/>
              </a:ext>
            </a:extLst>
          </p:cNvPr>
          <p:cNvSpPr>
            <a:spLocks noChangeShapeType="1"/>
          </p:cNvSpPr>
          <p:nvPr/>
        </p:nvSpPr>
        <p:spPr bwMode="auto">
          <a:xfrm>
            <a:off x="5334000" y="35052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2" name="Line 32">
            <a:extLst>
              <a:ext uri="{FF2B5EF4-FFF2-40B4-BE49-F238E27FC236}">
                <a16:creationId xmlns:a16="http://schemas.microsoft.com/office/drawing/2014/main" id="{402ABBFE-23E9-9EEA-D8CE-42619AD7676B}"/>
              </a:ext>
            </a:extLst>
          </p:cNvPr>
          <p:cNvSpPr>
            <a:spLocks noChangeShapeType="1"/>
          </p:cNvSpPr>
          <p:nvPr/>
        </p:nvSpPr>
        <p:spPr bwMode="auto">
          <a:xfrm>
            <a:off x="5334000" y="3657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3" name="AutoShape 33">
            <a:extLst>
              <a:ext uri="{FF2B5EF4-FFF2-40B4-BE49-F238E27FC236}">
                <a16:creationId xmlns:a16="http://schemas.microsoft.com/office/drawing/2014/main" id="{FE885172-F07A-55EC-DF93-C5A959C80608}"/>
              </a:ext>
            </a:extLst>
          </p:cNvPr>
          <p:cNvSpPr>
            <a:spLocks/>
          </p:cNvSpPr>
          <p:nvPr/>
        </p:nvSpPr>
        <p:spPr bwMode="auto">
          <a:xfrm>
            <a:off x="3276600" y="2971800"/>
            <a:ext cx="228600" cy="914400"/>
          </a:xfrm>
          <a:prstGeom prst="rightBrace">
            <a:avLst>
              <a:gd name="adj1" fmla="val 3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314" name="Line 34">
            <a:extLst>
              <a:ext uri="{FF2B5EF4-FFF2-40B4-BE49-F238E27FC236}">
                <a16:creationId xmlns:a16="http://schemas.microsoft.com/office/drawing/2014/main" id="{0A9F6200-2393-4C49-F1C2-7DCF9EDC1072}"/>
              </a:ext>
            </a:extLst>
          </p:cNvPr>
          <p:cNvSpPr>
            <a:spLocks noChangeShapeType="1"/>
          </p:cNvSpPr>
          <p:nvPr/>
        </p:nvSpPr>
        <p:spPr bwMode="auto">
          <a:xfrm flipV="1">
            <a:off x="3581400" y="3048000"/>
            <a:ext cx="1600200" cy="381000"/>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5" name="Text Box 35">
            <a:extLst>
              <a:ext uri="{FF2B5EF4-FFF2-40B4-BE49-F238E27FC236}">
                <a16:creationId xmlns:a16="http://schemas.microsoft.com/office/drawing/2014/main" id="{6D833101-3AE5-2C95-AF6E-9F80FED03C45}"/>
              </a:ext>
            </a:extLst>
          </p:cNvPr>
          <p:cNvSpPr txBox="1">
            <a:spLocks noChangeArrowheads="1"/>
          </p:cNvSpPr>
          <p:nvPr/>
        </p:nvSpPr>
        <p:spPr bwMode="auto">
          <a:xfrm>
            <a:off x="5892800" y="3733800"/>
            <a:ext cx="96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cs typeface="Arial" panose="020B0604020202020204" pitchFamily="34" charset="0"/>
              </a:rPr>
              <a:t>FPGA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FEA74E4-0EC3-105D-5D21-FECA43361321}"/>
              </a:ext>
            </a:extLst>
          </p:cNvPr>
          <p:cNvSpPr>
            <a:spLocks noGrp="1"/>
          </p:cNvSpPr>
          <p:nvPr>
            <p:ph type="sldNum" sz="quarter" idx="12"/>
          </p:nvPr>
        </p:nvSpPr>
        <p:spPr/>
        <p:txBody>
          <a:bodyPr/>
          <a:lstStyle/>
          <a:p>
            <a:fld id="{E1118CB1-3D9D-DC4F-9AC5-4F5DB997A8D4}" type="slidenum">
              <a:rPr lang="en-US" altLang="en-US"/>
              <a:pPr/>
              <a:t>23</a:t>
            </a:fld>
            <a:endParaRPr lang="en-US" altLang="en-US"/>
          </a:p>
        </p:txBody>
      </p:sp>
      <p:sp>
        <p:nvSpPr>
          <p:cNvPr id="28674" name="Rectangle 2">
            <a:extLst>
              <a:ext uri="{FF2B5EF4-FFF2-40B4-BE49-F238E27FC236}">
                <a16:creationId xmlns:a16="http://schemas.microsoft.com/office/drawing/2014/main" id="{C32D569B-9286-4F84-EF47-58BBB16773C6}"/>
              </a:ext>
            </a:extLst>
          </p:cNvPr>
          <p:cNvSpPr>
            <a:spLocks noGrp="1" noChangeArrowheads="1"/>
          </p:cNvSpPr>
          <p:nvPr>
            <p:ph type="title"/>
          </p:nvPr>
        </p:nvSpPr>
        <p:spPr/>
        <p:txBody>
          <a:bodyPr/>
          <a:lstStyle/>
          <a:p>
            <a:r>
              <a:rPr lang="en-US" altLang="en-US"/>
              <a:t>You are not Pixar Studios</a:t>
            </a:r>
          </a:p>
        </p:txBody>
      </p:sp>
      <p:sp>
        <p:nvSpPr>
          <p:cNvPr id="28681" name="Rectangle 9">
            <a:extLst>
              <a:ext uri="{FF2B5EF4-FFF2-40B4-BE49-F238E27FC236}">
                <a16:creationId xmlns:a16="http://schemas.microsoft.com/office/drawing/2014/main" id="{781C85FF-0D87-02BA-103E-758DB56022AC}"/>
              </a:ext>
            </a:extLst>
          </p:cNvPr>
          <p:cNvSpPr>
            <a:spLocks noGrp="1" noChangeArrowheads="1"/>
          </p:cNvSpPr>
          <p:nvPr>
            <p:ph type="body" idx="1"/>
          </p:nvPr>
        </p:nvSpPr>
        <p:spPr>
          <a:xfrm>
            <a:off x="609600" y="1447800"/>
            <a:ext cx="7924800" cy="5029200"/>
          </a:xfrm>
        </p:spPr>
        <p:txBody>
          <a:bodyPr/>
          <a:lstStyle/>
          <a:p>
            <a:pPr>
              <a:lnSpc>
                <a:spcPct val="80000"/>
              </a:lnSpc>
            </a:pPr>
            <a:r>
              <a:rPr lang="en-US" altLang="en-US" sz="2800"/>
              <a:t>Previous slide(s) used “animation”…</a:t>
            </a:r>
          </a:p>
          <a:p>
            <a:pPr>
              <a:lnSpc>
                <a:spcPct val="80000"/>
              </a:lnSpc>
            </a:pPr>
            <a:endParaRPr lang="en-US" altLang="en-US" sz="2800"/>
          </a:p>
          <a:p>
            <a:pPr>
              <a:lnSpc>
                <a:spcPct val="80000"/>
              </a:lnSpc>
            </a:pPr>
            <a:endParaRPr lang="en-US" altLang="en-US" sz="2800"/>
          </a:p>
          <a:p>
            <a:pPr>
              <a:lnSpc>
                <a:spcPct val="80000"/>
              </a:lnSpc>
            </a:pPr>
            <a:endParaRPr lang="en-US" altLang="en-US" sz="2800"/>
          </a:p>
          <a:p>
            <a:pPr>
              <a:lnSpc>
                <a:spcPct val="80000"/>
              </a:lnSpc>
            </a:pPr>
            <a:endParaRPr lang="en-US" altLang="en-US" sz="2800"/>
          </a:p>
          <a:p>
            <a:pPr>
              <a:lnSpc>
                <a:spcPct val="80000"/>
              </a:lnSpc>
            </a:pPr>
            <a:endParaRPr lang="en-US" altLang="en-US" sz="2800"/>
          </a:p>
          <a:p>
            <a:pPr>
              <a:lnSpc>
                <a:spcPct val="80000"/>
              </a:lnSpc>
            </a:pPr>
            <a:endParaRPr lang="en-US" altLang="en-US" sz="1600"/>
          </a:p>
          <a:p>
            <a:pPr>
              <a:lnSpc>
                <a:spcPct val="80000"/>
              </a:lnSpc>
            </a:pPr>
            <a:r>
              <a:rPr lang="en-US" altLang="en-US" sz="2800"/>
              <a:t>Use only where it is USEFUL</a:t>
            </a:r>
          </a:p>
          <a:p>
            <a:pPr>
              <a:lnSpc>
                <a:spcPct val="80000"/>
              </a:lnSpc>
            </a:pPr>
            <a:r>
              <a:rPr lang="en-US" altLang="en-US" sz="2800"/>
              <a:t>Know if presentation system will handle</a:t>
            </a:r>
          </a:p>
          <a:p>
            <a:pPr lvl="1">
              <a:lnSpc>
                <a:spcPct val="80000"/>
              </a:lnSpc>
            </a:pPr>
            <a:r>
              <a:rPr lang="en-US" altLang="en-US" sz="2400"/>
              <a:t>Different versions of PowerPoint, Macs, etc.</a:t>
            </a:r>
          </a:p>
          <a:p>
            <a:pPr>
              <a:lnSpc>
                <a:spcPct val="80000"/>
              </a:lnSpc>
            </a:pPr>
            <a:r>
              <a:rPr lang="en-US" altLang="en-US" sz="2800"/>
              <a:t>Or use multiple slides to safely animate</a:t>
            </a:r>
          </a:p>
          <a:p>
            <a:pPr lvl="1">
              <a:lnSpc>
                <a:spcPct val="80000"/>
              </a:lnSpc>
            </a:pPr>
            <a:r>
              <a:rPr lang="en-US" altLang="en-US" sz="2400"/>
              <a:t>Flip-book style</a:t>
            </a:r>
          </a:p>
        </p:txBody>
      </p:sp>
      <p:sp>
        <p:nvSpPr>
          <p:cNvPr id="28676" name="Text Box 4">
            <a:extLst>
              <a:ext uri="{FF2B5EF4-FFF2-40B4-BE49-F238E27FC236}">
                <a16:creationId xmlns:a16="http://schemas.microsoft.com/office/drawing/2014/main" id="{A26A6F11-4C6E-A3AB-F42F-E4FD0AB710FF}"/>
              </a:ext>
            </a:extLst>
          </p:cNvPr>
          <p:cNvSpPr txBox="1">
            <a:spLocks noChangeArrowheads="1"/>
          </p:cNvSpPr>
          <p:nvPr/>
        </p:nvSpPr>
        <p:spPr bwMode="auto">
          <a:xfrm>
            <a:off x="1295400" y="1981200"/>
            <a:ext cx="1990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Animation</a:t>
            </a:r>
            <a:endParaRPr lang="en-US" altLang="en-US">
              <a:latin typeface="Helvetica" pitchFamily="2" charset="0"/>
            </a:endParaRPr>
          </a:p>
        </p:txBody>
      </p:sp>
      <p:sp>
        <p:nvSpPr>
          <p:cNvPr id="28677" name="Text Box 5">
            <a:extLst>
              <a:ext uri="{FF2B5EF4-FFF2-40B4-BE49-F238E27FC236}">
                <a16:creationId xmlns:a16="http://schemas.microsoft.com/office/drawing/2014/main" id="{1C11EF03-6518-10DF-580E-6549D12099E4}"/>
              </a:ext>
            </a:extLst>
          </p:cNvPr>
          <p:cNvSpPr txBox="1">
            <a:spLocks noChangeArrowheads="1"/>
          </p:cNvSpPr>
          <p:nvPr/>
        </p:nvSpPr>
        <p:spPr bwMode="auto">
          <a:xfrm>
            <a:off x="1295400" y="2544763"/>
            <a:ext cx="930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Can</a:t>
            </a:r>
            <a:endParaRPr lang="en-US" altLang="en-US">
              <a:latin typeface="Helvetica" pitchFamily="2" charset="0"/>
            </a:endParaRPr>
          </a:p>
        </p:txBody>
      </p:sp>
      <p:sp>
        <p:nvSpPr>
          <p:cNvPr id="28678" name="Text Box 6">
            <a:extLst>
              <a:ext uri="{FF2B5EF4-FFF2-40B4-BE49-F238E27FC236}">
                <a16:creationId xmlns:a16="http://schemas.microsoft.com/office/drawing/2014/main" id="{FCBD9309-8976-C593-8B7E-95905001633D}"/>
              </a:ext>
            </a:extLst>
          </p:cNvPr>
          <p:cNvSpPr txBox="1">
            <a:spLocks noChangeArrowheads="1"/>
          </p:cNvSpPr>
          <p:nvPr/>
        </p:nvSpPr>
        <p:spPr bwMode="auto">
          <a:xfrm>
            <a:off x="1295400" y="3078163"/>
            <a:ext cx="16303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Be Very</a:t>
            </a:r>
            <a:endParaRPr lang="en-US" altLang="en-US">
              <a:latin typeface="Helvetica" pitchFamily="2" charset="0"/>
            </a:endParaRPr>
          </a:p>
        </p:txBody>
      </p:sp>
      <p:sp>
        <p:nvSpPr>
          <p:cNvPr id="28679" name="Text Box 7">
            <a:extLst>
              <a:ext uri="{FF2B5EF4-FFF2-40B4-BE49-F238E27FC236}">
                <a16:creationId xmlns:a16="http://schemas.microsoft.com/office/drawing/2014/main" id="{F48BCECC-7497-58F2-515C-7CCDB032FEDE}"/>
              </a:ext>
            </a:extLst>
          </p:cNvPr>
          <p:cNvSpPr txBox="1">
            <a:spLocks noChangeArrowheads="1"/>
          </p:cNvSpPr>
          <p:nvPr/>
        </p:nvSpPr>
        <p:spPr bwMode="auto">
          <a:xfrm>
            <a:off x="1295400" y="3611563"/>
            <a:ext cx="21034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Distracting</a:t>
            </a:r>
            <a:endParaRPr lang="en-US" altLang="en-US">
              <a:latin typeface="Helvetica" pitchFamily="2" charset="0"/>
            </a:endParaRPr>
          </a:p>
        </p:txBody>
      </p:sp>
      <p:sp>
        <p:nvSpPr>
          <p:cNvPr id="28680" name="Text Box 8">
            <a:extLst>
              <a:ext uri="{FF2B5EF4-FFF2-40B4-BE49-F238E27FC236}">
                <a16:creationId xmlns:a16="http://schemas.microsoft.com/office/drawing/2014/main" id="{FDED9D86-2863-E51C-CD96-920D7E9CF30B}"/>
              </a:ext>
            </a:extLst>
          </p:cNvPr>
          <p:cNvSpPr txBox="1">
            <a:spLocks noChangeArrowheads="1"/>
          </p:cNvSpPr>
          <p:nvPr/>
        </p:nvSpPr>
        <p:spPr bwMode="auto">
          <a:xfrm>
            <a:off x="4114800" y="2057400"/>
            <a:ext cx="2959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Use it sparingly</a:t>
            </a:r>
            <a:endParaRPr lang="en-US" altLang="en-US">
              <a:latin typeface="Helvetica" pitchFamily="2" charset="0"/>
            </a:endParaRPr>
          </a:p>
        </p:txBody>
      </p:sp>
      <p:sp>
        <p:nvSpPr>
          <p:cNvPr id="28682" name="Text Box 10">
            <a:extLst>
              <a:ext uri="{FF2B5EF4-FFF2-40B4-BE49-F238E27FC236}">
                <a16:creationId xmlns:a16="http://schemas.microsoft.com/office/drawing/2014/main" id="{F17859F6-8808-5CA9-A5E5-941E24B7C118}"/>
              </a:ext>
            </a:extLst>
          </p:cNvPr>
          <p:cNvSpPr txBox="1">
            <a:spLocks noChangeArrowheads="1"/>
          </p:cNvSpPr>
          <p:nvPr/>
        </p:nvSpPr>
        <p:spPr bwMode="auto">
          <a:xfrm>
            <a:off x="4267200" y="2870200"/>
            <a:ext cx="3810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ahoma" panose="020B0604030504040204" pitchFamily="34" charset="0"/>
              </a:rPr>
              <a:t>(it can be annoying)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ppt_x"/>
                                          </p:val>
                                        </p:tav>
                                        <p:tav tm="100000">
                                          <p:val>
                                            <p:strVal val="#ppt_x"/>
                                          </p:val>
                                        </p:tav>
                                      </p:tavLst>
                                    </p:anim>
                                    <p:anim calcmode="lin" valueType="num">
                                      <p:cBhvr additive="base">
                                        <p:cTn id="8" dur="500" fill="hold"/>
                                        <p:tgtEl>
                                          <p:spTgt spid="2867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box(in)">
                                      <p:cBhvr>
                                        <p:cTn id="12" dur="500"/>
                                        <p:tgtEl>
                                          <p:spTgt spid="28677"/>
                                        </p:tgtEl>
                                      </p:cBhvr>
                                    </p:animEffect>
                                  </p:childTnLst>
                                </p:cTn>
                              </p:par>
                            </p:childTnLst>
                          </p:cTn>
                        </p:par>
                        <p:par>
                          <p:cTn id="13" fill="hold" nodeType="afterGroup">
                            <p:stCondLst>
                              <p:cond delay="1000"/>
                            </p:stCondLst>
                            <p:childTnLst>
                              <p:par>
                                <p:cTn id="14" presetID="15" presetClass="entr" presetSubtype="0" fill="hold" grpId="0" nodeType="afterEffect">
                                  <p:stCondLst>
                                    <p:cond delay="0"/>
                                  </p:stCondLst>
                                  <p:childTnLst>
                                    <p:set>
                                      <p:cBhvr>
                                        <p:cTn id="15" dur="1" fill="hold">
                                          <p:stCondLst>
                                            <p:cond delay="0"/>
                                          </p:stCondLst>
                                        </p:cTn>
                                        <p:tgtEl>
                                          <p:spTgt spid="28678"/>
                                        </p:tgtEl>
                                        <p:attrNameLst>
                                          <p:attrName>style.visibility</p:attrName>
                                        </p:attrNameLst>
                                      </p:cBhvr>
                                      <p:to>
                                        <p:strVal val="visible"/>
                                      </p:to>
                                    </p:set>
                                    <p:anim calcmode="lin" valueType="num">
                                      <p:cBhvr>
                                        <p:cTn id="16" dur="1000" fill="hold"/>
                                        <p:tgtEl>
                                          <p:spTgt spid="28678"/>
                                        </p:tgtEl>
                                        <p:attrNameLst>
                                          <p:attrName>ppt_w</p:attrName>
                                        </p:attrNameLst>
                                      </p:cBhvr>
                                      <p:tavLst>
                                        <p:tav tm="0">
                                          <p:val>
                                            <p:fltVal val="0"/>
                                          </p:val>
                                        </p:tav>
                                        <p:tav tm="100000">
                                          <p:val>
                                            <p:strVal val="#ppt_w"/>
                                          </p:val>
                                        </p:tav>
                                      </p:tavLst>
                                    </p:anim>
                                    <p:anim calcmode="lin" valueType="num">
                                      <p:cBhvr>
                                        <p:cTn id="17" dur="1000" fill="hold"/>
                                        <p:tgtEl>
                                          <p:spTgt spid="28678"/>
                                        </p:tgtEl>
                                        <p:attrNameLst>
                                          <p:attrName>ppt_h</p:attrName>
                                        </p:attrNameLst>
                                      </p:cBhvr>
                                      <p:tavLst>
                                        <p:tav tm="0">
                                          <p:val>
                                            <p:fltVal val="0"/>
                                          </p:val>
                                        </p:tav>
                                        <p:tav tm="100000">
                                          <p:val>
                                            <p:strVal val="#ppt_h"/>
                                          </p:val>
                                        </p:tav>
                                      </p:tavLst>
                                    </p:anim>
                                    <p:anim calcmode="lin" valueType="num">
                                      <p:cBhvr>
                                        <p:cTn id="18" dur="1000" fill="hold"/>
                                        <p:tgtEl>
                                          <p:spTgt spid="28678"/>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28678"/>
                                        </p:tgtEl>
                                        <p:attrNameLst>
                                          <p:attrName>ppt_y</p:attrName>
                                        </p:attrNameLst>
                                      </p:cBhvr>
                                      <p:tavLst>
                                        <p:tav tm="0" fmla="#ppt_y+(sin(-2*pi*(1-$))*-#ppt_x+cos(-2*pi*(1-$))*(1-#ppt_y))*(1-$)">
                                          <p:val>
                                            <p:fltVal val="0"/>
                                          </p:val>
                                        </p:tav>
                                        <p:tav tm="100000">
                                          <p:val>
                                            <p:fltVal val="1"/>
                                          </p:val>
                                        </p:tav>
                                      </p:tavLst>
                                    </p:anim>
                                  </p:childTnLst>
                                </p:cTn>
                              </p:par>
                            </p:childTnLst>
                          </p:cTn>
                        </p:par>
                        <p:par>
                          <p:cTn id="20" fill="hold" nodeType="afterGroup">
                            <p:stCondLst>
                              <p:cond delay="2000"/>
                            </p:stCondLst>
                            <p:childTnLst>
                              <p:par>
                                <p:cTn id="21" presetID="7" presetClass="entr" presetSubtype="2" fill="hold" grpId="0" nodeType="afterEffect">
                                  <p:stCondLst>
                                    <p:cond delay="0"/>
                                  </p:stCondLst>
                                  <p:childTnLst>
                                    <p:set>
                                      <p:cBhvr>
                                        <p:cTn id="22" dur="1" fill="hold">
                                          <p:stCondLst>
                                            <p:cond delay="0"/>
                                          </p:stCondLst>
                                        </p:cTn>
                                        <p:tgtEl>
                                          <p:spTgt spid="28679"/>
                                        </p:tgtEl>
                                        <p:attrNameLst>
                                          <p:attrName>style.visibility</p:attrName>
                                        </p:attrNameLst>
                                      </p:cBhvr>
                                      <p:to>
                                        <p:strVal val="visible"/>
                                      </p:to>
                                    </p:set>
                                    <p:anim calcmode="lin" valueType="num">
                                      <p:cBhvr additive="base">
                                        <p:cTn id="23" dur="5000" fill="hold"/>
                                        <p:tgtEl>
                                          <p:spTgt spid="28679"/>
                                        </p:tgtEl>
                                        <p:attrNameLst>
                                          <p:attrName>ppt_x</p:attrName>
                                        </p:attrNameLst>
                                      </p:cBhvr>
                                      <p:tavLst>
                                        <p:tav tm="0">
                                          <p:val>
                                            <p:strVal val="1+#ppt_w/2"/>
                                          </p:val>
                                        </p:tav>
                                        <p:tav tm="100000">
                                          <p:val>
                                            <p:strVal val="#ppt_x"/>
                                          </p:val>
                                        </p:tav>
                                      </p:tavLst>
                                    </p:anim>
                                    <p:anim calcmode="lin" valueType="num">
                                      <p:cBhvr additive="base">
                                        <p:cTn id="24" dur="5000" fill="hold"/>
                                        <p:tgtEl>
                                          <p:spTgt spid="28679"/>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7000"/>
                            </p:stCondLst>
                            <p:childTnLst>
                              <p:par>
                                <p:cTn id="26" presetID="23" presetClass="entr" presetSubtype="36" fill="hold" grpId="0" nodeType="afterEffect">
                                  <p:stCondLst>
                                    <p:cond delay="0"/>
                                  </p:stCondLst>
                                  <p:childTnLst>
                                    <p:set>
                                      <p:cBhvr>
                                        <p:cTn id="27" dur="1" fill="hold">
                                          <p:stCondLst>
                                            <p:cond delay="0"/>
                                          </p:stCondLst>
                                        </p:cTn>
                                        <p:tgtEl>
                                          <p:spTgt spid="28680"/>
                                        </p:tgtEl>
                                        <p:attrNameLst>
                                          <p:attrName>style.visibility</p:attrName>
                                        </p:attrNameLst>
                                      </p:cBhvr>
                                      <p:to>
                                        <p:strVal val="visible"/>
                                      </p:to>
                                    </p:set>
                                    <p:anim calcmode="lin" valueType="num">
                                      <p:cBhvr>
                                        <p:cTn id="28" dur="500" fill="hold"/>
                                        <p:tgtEl>
                                          <p:spTgt spid="28680"/>
                                        </p:tgtEl>
                                        <p:attrNameLst>
                                          <p:attrName>ppt_w</p:attrName>
                                        </p:attrNameLst>
                                      </p:cBhvr>
                                      <p:tavLst>
                                        <p:tav tm="0">
                                          <p:val>
                                            <p:strVal val="(6*min(max(#ppt_w*#ppt_h,.3),1)-7.4)/-.7*#ppt_w"/>
                                          </p:val>
                                        </p:tav>
                                        <p:tav tm="100000">
                                          <p:val>
                                            <p:strVal val="#ppt_w"/>
                                          </p:val>
                                        </p:tav>
                                      </p:tavLst>
                                    </p:anim>
                                    <p:anim calcmode="lin" valueType="num">
                                      <p:cBhvr>
                                        <p:cTn id="29" dur="500" fill="hold"/>
                                        <p:tgtEl>
                                          <p:spTgt spid="28680"/>
                                        </p:tgtEl>
                                        <p:attrNameLst>
                                          <p:attrName>ppt_h</p:attrName>
                                        </p:attrNameLst>
                                      </p:cBhvr>
                                      <p:tavLst>
                                        <p:tav tm="0">
                                          <p:val>
                                            <p:strVal val="(6*min(max(#ppt_w*#ppt_h,.3),1)-7.4)/-.7*#ppt_h"/>
                                          </p:val>
                                        </p:tav>
                                        <p:tav tm="100000">
                                          <p:val>
                                            <p:strVal val="#ppt_h"/>
                                          </p:val>
                                        </p:tav>
                                      </p:tavLst>
                                    </p:anim>
                                    <p:anim calcmode="lin" valueType="num">
                                      <p:cBhvr>
                                        <p:cTn id="30" dur="500" fill="hold"/>
                                        <p:tgtEl>
                                          <p:spTgt spid="28680"/>
                                        </p:tgtEl>
                                        <p:attrNameLst>
                                          <p:attrName>ppt_x</p:attrName>
                                        </p:attrNameLst>
                                      </p:cBhvr>
                                      <p:tavLst>
                                        <p:tav tm="0">
                                          <p:val>
                                            <p:fltVal val="0.5"/>
                                          </p:val>
                                        </p:tav>
                                        <p:tav tm="100000">
                                          <p:val>
                                            <p:strVal val="#ppt_x"/>
                                          </p:val>
                                        </p:tav>
                                      </p:tavLst>
                                    </p:anim>
                                    <p:anim calcmode="lin" valueType="num">
                                      <p:cBhvr>
                                        <p:cTn id="31" dur="500" fill="hold"/>
                                        <p:tgtEl>
                                          <p:spTgt spid="28680"/>
                                        </p:tgtEl>
                                        <p:attrNameLst>
                                          <p:attrName>ppt_y</p:attrName>
                                        </p:attrNameLst>
                                      </p:cBhvr>
                                      <p:tavLst>
                                        <p:tav tm="0">
                                          <p:val>
                                            <p:strVal val="1+(6*min(max(#ppt_w*#ppt_h,.3),1)-7.4)/-.7*#ppt_h/2"/>
                                          </p:val>
                                        </p:tav>
                                        <p:tav tm="100000">
                                          <p:val>
                                            <p:strVal val="#ppt_y"/>
                                          </p:val>
                                        </p:tav>
                                      </p:tavLst>
                                    </p:anim>
                                  </p:childTnLst>
                                </p:cTn>
                              </p:par>
                            </p:childTnLst>
                          </p:cTn>
                        </p:par>
                        <p:par>
                          <p:cTn id="32" fill="hold" nodeType="afterGroup">
                            <p:stCondLst>
                              <p:cond delay="7500"/>
                            </p:stCondLst>
                            <p:childTnLst>
                              <p:par>
                                <p:cTn id="33" presetID="16" presetClass="entr" presetSubtype="26" fill="hold" grpId="0" nodeType="afterEffect">
                                  <p:stCondLst>
                                    <p:cond delay="0"/>
                                  </p:stCondLst>
                                  <p:childTnLst>
                                    <p:set>
                                      <p:cBhvr>
                                        <p:cTn id="34" dur="1" fill="hold">
                                          <p:stCondLst>
                                            <p:cond delay="0"/>
                                          </p:stCondLst>
                                        </p:cTn>
                                        <p:tgtEl>
                                          <p:spTgt spid="28682"/>
                                        </p:tgtEl>
                                        <p:attrNameLst>
                                          <p:attrName>style.visibility</p:attrName>
                                        </p:attrNameLst>
                                      </p:cBhvr>
                                      <p:to>
                                        <p:strVal val="visible"/>
                                      </p:to>
                                    </p:set>
                                    <p:animEffect transition="in" filter="barn(inHorizontal)">
                                      <p:cBhvr>
                                        <p:cTn id="35" dur="500"/>
                                        <p:tgtEl>
                                          <p:spTgt spid="28682"/>
                                        </p:tgtEl>
                                      </p:cBhvr>
                                    </p:animEffect>
                                  </p:childTnLst>
                                </p:cTn>
                              </p:par>
                            </p:childTnLst>
                          </p:cTn>
                        </p:par>
                        <p:par>
                          <p:cTn id="36" fill="hold" nodeType="afterGroup">
                            <p:stCondLst>
                              <p:cond delay="8000"/>
                            </p:stCondLst>
                            <p:childTnLst>
                              <p:par>
                                <p:cTn id="37" presetID="6" presetClass="emph" presetSubtype="0" fill="hold" grpId="1" nodeType="afterEffect">
                                  <p:stCondLst>
                                    <p:cond delay="0"/>
                                  </p:stCondLst>
                                  <p:childTnLst>
                                    <p:animScale>
                                      <p:cBhvr>
                                        <p:cTn id="38" dur="2000" fill="hold"/>
                                        <p:tgtEl>
                                          <p:spTgt spid="28682"/>
                                        </p:tgtEl>
                                      </p:cBhvr>
                                      <p:by x="150000" y="150000"/>
                                    </p:animScale>
                                  </p:childTnLst>
                                </p:cTn>
                              </p:par>
                            </p:childTnLst>
                          </p:cTn>
                        </p:par>
                        <p:par>
                          <p:cTn id="39" fill="hold" nodeType="afterGroup">
                            <p:stCondLst>
                              <p:cond delay="10000"/>
                            </p:stCondLst>
                            <p:childTnLst>
                              <p:par>
                                <p:cTn id="40" presetID="8" presetClass="emph" presetSubtype="0" fill="hold" grpId="2" nodeType="afterEffect">
                                  <p:stCondLst>
                                    <p:cond delay="0"/>
                                  </p:stCondLst>
                                  <p:childTnLst>
                                    <p:animRot by="21600000">
                                      <p:cBhvr>
                                        <p:cTn id="41" dur="2000" fill="hold"/>
                                        <p:tgtEl>
                                          <p:spTgt spid="28682"/>
                                        </p:tgtEl>
                                        <p:attrNameLst>
                                          <p:attrName>r</p:attrName>
                                        </p:attrNameLst>
                                      </p:cBhvr>
                                    </p:animRot>
                                  </p:childTnLst>
                                </p:cTn>
                              </p:par>
                            </p:childTnLst>
                          </p:cTn>
                        </p:par>
                        <p:par>
                          <p:cTn id="42" fill="hold" nodeType="afterGroup">
                            <p:stCondLst>
                              <p:cond delay="12000"/>
                            </p:stCondLst>
                            <p:childTnLst>
                              <p:par>
                                <p:cTn id="43" presetID="6" presetClass="emph" presetSubtype="0" fill="hold" grpId="3" nodeType="afterEffect">
                                  <p:stCondLst>
                                    <p:cond delay="0"/>
                                  </p:stCondLst>
                                  <p:childTnLst>
                                    <p:animScale>
                                      <p:cBhvr>
                                        <p:cTn id="44" dur="2000" fill="hold"/>
                                        <p:tgtEl>
                                          <p:spTgt spid="28682"/>
                                        </p:tgtEl>
                                      </p:cBhvr>
                                      <p:by x="50000" y="100000"/>
                                    </p:animScale>
                                  </p:childTnLst>
                                </p:cTn>
                              </p:par>
                            </p:childTnLst>
                          </p:cTn>
                        </p:par>
                        <p:par>
                          <p:cTn id="45" fill="hold" nodeType="afterGroup">
                            <p:stCondLst>
                              <p:cond delay="14000"/>
                            </p:stCondLst>
                            <p:childTnLst>
                              <p:par>
                                <p:cTn id="46" presetID="6" presetClass="emph" presetSubtype="0" fill="hold" grpId="4" nodeType="afterEffect">
                                  <p:stCondLst>
                                    <p:cond delay="0"/>
                                  </p:stCondLst>
                                  <p:childTnLst>
                                    <p:animScale>
                                      <p:cBhvr>
                                        <p:cTn id="47" dur="2000" fill="hold"/>
                                        <p:tgtEl>
                                          <p:spTgt spid="28682"/>
                                        </p:tgtEl>
                                      </p:cBhvr>
                                      <p:by x="100000" y="150000"/>
                                    </p:animScale>
                                  </p:childTnLst>
                                </p:cTn>
                              </p:par>
                            </p:childTnLst>
                          </p:cTn>
                        </p:par>
                        <p:par>
                          <p:cTn id="48" fill="hold" nodeType="afterGroup">
                            <p:stCondLst>
                              <p:cond delay="16000"/>
                            </p:stCondLst>
                            <p:childTnLst>
                              <p:par>
                                <p:cTn id="49" presetID="6" presetClass="emph" presetSubtype="0" fill="hold" grpId="5" nodeType="afterEffect">
                                  <p:stCondLst>
                                    <p:cond delay="0"/>
                                  </p:stCondLst>
                                  <p:childTnLst>
                                    <p:animScale>
                                      <p:cBhvr>
                                        <p:cTn id="50" dur="2000" fill="hold"/>
                                        <p:tgtEl>
                                          <p:spTgt spid="28682"/>
                                        </p:tgtEl>
                                      </p:cBhvr>
                                      <p:by x="150000" y="100000"/>
                                    </p:animScale>
                                  </p:childTnLst>
                                </p:cTn>
                              </p:par>
                            </p:childTnLst>
                          </p:cTn>
                        </p:par>
                        <p:par>
                          <p:cTn id="51" fill="hold" nodeType="afterGroup">
                            <p:stCondLst>
                              <p:cond delay="18000"/>
                            </p:stCondLst>
                            <p:childTnLst>
                              <p:par>
                                <p:cTn id="52" presetID="6" presetClass="emph" presetSubtype="0" fill="hold" grpId="6" nodeType="afterEffect">
                                  <p:stCondLst>
                                    <p:cond delay="0"/>
                                  </p:stCondLst>
                                  <p:childTnLst>
                                    <p:animScale>
                                      <p:cBhvr>
                                        <p:cTn id="53" dur="2000" fill="hold"/>
                                        <p:tgtEl>
                                          <p:spTgt spid="28682"/>
                                        </p:tgtEl>
                                      </p:cBhvr>
                                      <p:by x="100000" y="7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autoUpdateAnimBg="0"/>
      <p:bldP spid="28677" grpId="0" autoUpdateAnimBg="0"/>
      <p:bldP spid="28678" grpId="0" autoUpdateAnimBg="0"/>
      <p:bldP spid="28679" grpId="0" autoUpdateAnimBg="0"/>
      <p:bldP spid="28680" grpId="0" autoUpdateAnimBg="0"/>
      <p:bldP spid="28682" grpId="0"/>
      <p:bldP spid="28682" grpId="1"/>
      <p:bldP spid="28682" grpId="2"/>
      <p:bldP spid="28682" grpId="3"/>
      <p:bldP spid="28682" grpId="4"/>
      <p:bldP spid="28682" grpId="5"/>
      <p:bldP spid="28682" grpId="6"/>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D6232127-443A-19F9-E25A-F33636A25A5F}"/>
              </a:ext>
            </a:extLst>
          </p:cNvPr>
          <p:cNvSpPr>
            <a:spLocks noGrp="1" noChangeArrowheads="1"/>
          </p:cNvSpPr>
          <p:nvPr>
            <p:ph type="title"/>
          </p:nvPr>
        </p:nvSpPr>
        <p:spPr>
          <a:xfrm>
            <a:off x="990600" y="0"/>
            <a:ext cx="7924800" cy="7620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lIns="91440" tIns="45720" rIns="91440" bIns="45720"/>
          <a:lstStyle/>
          <a:p>
            <a:r>
              <a:rPr lang="en-US" altLang="en-US" b="0"/>
              <a:t>And Sometimes You Are Pixar!</a:t>
            </a:r>
          </a:p>
        </p:txBody>
      </p:sp>
      <p:sp>
        <p:nvSpPr>
          <p:cNvPr id="137219" name="Line 3">
            <a:extLst>
              <a:ext uri="{FF2B5EF4-FFF2-40B4-BE49-F238E27FC236}">
                <a16:creationId xmlns:a16="http://schemas.microsoft.com/office/drawing/2014/main" id="{2B37AE1D-5D3F-8758-EEEE-7552485DEC5B}"/>
              </a:ext>
            </a:extLst>
          </p:cNvPr>
          <p:cNvSpPr>
            <a:spLocks noChangeShapeType="1"/>
          </p:cNvSpPr>
          <p:nvPr/>
        </p:nvSpPr>
        <p:spPr bwMode="auto">
          <a:xfrm>
            <a:off x="1066800" y="13716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0" name="Line 4">
            <a:extLst>
              <a:ext uri="{FF2B5EF4-FFF2-40B4-BE49-F238E27FC236}">
                <a16:creationId xmlns:a16="http://schemas.microsoft.com/office/drawing/2014/main" id="{76013678-513D-B31C-C5B9-D46ABCF35C14}"/>
              </a:ext>
            </a:extLst>
          </p:cNvPr>
          <p:cNvSpPr>
            <a:spLocks noChangeShapeType="1"/>
          </p:cNvSpPr>
          <p:nvPr/>
        </p:nvSpPr>
        <p:spPr bwMode="auto">
          <a:xfrm flipV="1">
            <a:off x="1066800" y="13716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1" name="Line 5">
            <a:extLst>
              <a:ext uri="{FF2B5EF4-FFF2-40B4-BE49-F238E27FC236}">
                <a16:creationId xmlns:a16="http://schemas.microsoft.com/office/drawing/2014/main" id="{7D7B4646-B64E-2783-AC13-B32AEB4338CC}"/>
              </a:ext>
            </a:extLst>
          </p:cNvPr>
          <p:cNvSpPr>
            <a:spLocks noChangeShapeType="1"/>
          </p:cNvSpPr>
          <p:nvPr/>
        </p:nvSpPr>
        <p:spPr bwMode="auto">
          <a:xfrm>
            <a:off x="1066800" y="19812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2" name="Line 6">
            <a:extLst>
              <a:ext uri="{FF2B5EF4-FFF2-40B4-BE49-F238E27FC236}">
                <a16:creationId xmlns:a16="http://schemas.microsoft.com/office/drawing/2014/main" id="{5526CC77-296B-6063-E2C8-AF10ABB84062}"/>
              </a:ext>
            </a:extLst>
          </p:cNvPr>
          <p:cNvSpPr>
            <a:spLocks noChangeShapeType="1"/>
          </p:cNvSpPr>
          <p:nvPr/>
        </p:nvSpPr>
        <p:spPr bwMode="auto">
          <a:xfrm flipV="1">
            <a:off x="1066800" y="19812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3" name="Line 7">
            <a:extLst>
              <a:ext uri="{FF2B5EF4-FFF2-40B4-BE49-F238E27FC236}">
                <a16:creationId xmlns:a16="http://schemas.microsoft.com/office/drawing/2014/main" id="{8B04ED4B-B21F-DC07-6467-EB61C6C48BED}"/>
              </a:ext>
            </a:extLst>
          </p:cNvPr>
          <p:cNvSpPr>
            <a:spLocks noChangeShapeType="1"/>
          </p:cNvSpPr>
          <p:nvPr/>
        </p:nvSpPr>
        <p:spPr bwMode="auto">
          <a:xfrm>
            <a:off x="1066800" y="25908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4" name="Line 8">
            <a:extLst>
              <a:ext uri="{FF2B5EF4-FFF2-40B4-BE49-F238E27FC236}">
                <a16:creationId xmlns:a16="http://schemas.microsoft.com/office/drawing/2014/main" id="{6299572F-6A78-BC4E-D370-E7DB2537243C}"/>
              </a:ext>
            </a:extLst>
          </p:cNvPr>
          <p:cNvSpPr>
            <a:spLocks noChangeShapeType="1"/>
          </p:cNvSpPr>
          <p:nvPr/>
        </p:nvSpPr>
        <p:spPr bwMode="auto">
          <a:xfrm flipV="1">
            <a:off x="1066800" y="25908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5" name="Line 9">
            <a:extLst>
              <a:ext uri="{FF2B5EF4-FFF2-40B4-BE49-F238E27FC236}">
                <a16:creationId xmlns:a16="http://schemas.microsoft.com/office/drawing/2014/main" id="{0E4875A4-40DB-1FD0-951A-5FE622779B24}"/>
              </a:ext>
            </a:extLst>
          </p:cNvPr>
          <p:cNvSpPr>
            <a:spLocks noChangeShapeType="1"/>
          </p:cNvSpPr>
          <p:nvPr/>
        </p:nvSpPr>
        <p:spPr bwMode="auto">
          <a:xfrm>
            <a:off x="1066800" y="32004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6" name="Line 10">
            <a:extLst>
              <a:ext uri="{FF2B5EF4-FFF2-40B4-BE49-F238E27FC236}">
                <a16:creationId xmlns:a16="http://schemas.microsoft.com/office/drawing/2014/main" id="{DCF878BE-B470-3014-54E2-5230667CCFF4}"/>
              </a:ext>
            </a:extLst>
          </p:cNvPr>
          <p:cNvSpPr>
            <a:spLocks noChangeShapeType="1"/>
          </p:cNvSpPr>
          <p:nvPr/>
        </p:nvSpPr>
        <p:spPr bwMode="auto">
          <a:xfrm flipV="1">
            <a:off x="1066800" y="32004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7" name="Line 11">
            <a:extLst>
              <a:ext uri="{FF2B5EF4-FFF2-40B4-BE49-F238E27FC236}">
                <a16:creationId xmlns:a16="http://schemas.microsoft.com/office/drawing/2014/main" id="{36516DF0-1ECA-4A03-73A5-B38DACC7831B}"/>
              </a:ext>
            </a:extLst>
          </p:cNvPr>
          <p:cNvSpPr>
            <a:spLocks noChangeShapeType="1"/>
          </p:cNvSpPr>
          <p:nvPr/>
        </p:nvSpPr>
        <p:spPr bwMode="auto">
          <a:xfrm>
            <a:off x="1066800" y="38100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8" name="Line 12">
            <a:extLst>
              <a:ext uri="{FF2B5EF4-FFF2-40B4-BE49-F238E27FC236}">
                <a16:creationId xmlns:a16="http://schemas.microsoft.com/office/drawing/2014/main" id="{41EB1EC0-95F6-0535-7FDA-EED16195935B}"/>
              </a:ext>
            </a:extLst>
          </p:cNvPr>
          <p:cNvSpPr>
            <a:spLocks noChangeShapeType="1"/>
          </p:cNvSpPr>
          <p:nvPr/>
        </p:nvSpPr>
        <p:spPr bwMode="auto">
          <a:xfrm flipV="1">
            <a:off x="1066800" y="38100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9" name="Line 13">
            <a:extLst>
              <a:ext uri="{FF2B5EF4-FFF2-40B4-BE49-F238E27FC236}">
                <a16:creationId xmlns:a16="http://schemas.microsoft.com/office/drawing/2014/main" id="{04EFA88F-9F95-9D13-3DB2-7AFADB0C4529}"/>
              </a:ext>
            </a:extLst>
          </p:cNvPr>
          <p:cNvSpPr>
            <a:spLocks noChangeShapeType="1"/>
          </p:cNvSpPr>
          <p:nvPr/>
        </p:nvSpPr>
        <p:spPr bwMode="auto">
          <a:xfrm>
            <a:off x="1066800" y="44196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0" name="Line 14">
            <a:extLst>
              <a:ext uri="{FF2B5EF4-FFF2-40B4-BE49-F238E27FC236}">
                <a16:creationId xmlns:a16="http://schemas.microsoft.com/office/drawing/2014/main" id="{7E2FB478-FC76-4BCE-2A34-1460A3CDBCD1}"/>
              </a:ext>
            </a:extLst>
          </p:cNvPr>
          <p:cNvSpPr>
            <a:spLocks noChangeShapeType="1"/>
          </p:cNvSpPr>
          <p:nvPr/>
        </p:nvSpPr>
        <p:spPr bwMode="auto">
          <a:xfrm flipV="1">
            <a:off x="1066800" y="44196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1" name="Line 15">
            <a:extLst>
              <a:ext uri="{FF2B5EF4-FFF2-40B4-BE49-F238E27FC236}">
                <a16:creationId xmlns:a16="http://schemas.microsoft.com/office/drawing/2014/main" id="{63FEA49B-7F2D-474E-BF1F-58A07DC99572}"/>
              </a:ext>
            </a:extLst>
          </p:cNvPr>
          <p:cNvSpPr>
            <a:spLocks noChangeShapeType="1"/>
          </p:cNvSpPr>
          <p:nvPr/>
        </p:nvSpPr>
        <p:spPr bwMode="auto">
          <a:xfrm>
            <a:off x="1066800" y="50292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2" name="Line 16">
            <a:extLst>
              <a:ext uri="{FF2B5EF4-FFF2-40B4-BE49-F238E27FC236}">
                <a16:creationId xmlns:a16="http://schemas.microsoft.com/office/drawing/2014/main" id="{5E30F3BB-25C9-862F-FDC2-2412D0153783}"/>
              </a:ext>
            </a:extLst>
          </p:cNvPr>
          <p:cNvSpPr>
            <a:spLocks noChangeShapeType="1"/>
          </p:cNvSpPr>
          <p:nvPr/>
        </p:nvSpPr>
        <p:spPr bwMode="auto">
          <a:xfrm flipV="1">
            <a:off x="1066800" y="50292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3" name="Line 17">
            <a:extLst>
              <a:ext uri="{FF2B5EF4-FFF2-40B4-BE49-F238E27FC236}">
                <a16:creationId xmlns:a16="http://schemas.microsoft.com/office/drawing/2014/main" id="{6544B3DF-E42F-4F27-4498-22422CB1E032}"/>
              </a:ext>
            </a:extLst>
          </p:cNvPr>
          <p:cNvSpPr>
            <a:spLocks noChangeShapeType="1"/>
          </p:cNvSpPr>
          <p:nvPr/>
        </p:nvSpPr>
        <p:spPr bwMode="auto">
          <a:xfrm>
            <a:off x="1066800" y="56388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4" name="Line 18">
            <a:extLst>
              <a:ext uri="{FF2B5EF4-FFF2-40B4-BE49-F238E27FC236}">
                <a16:creationId xmlns:a16="http://schemas.microsoft.com/office/drawing/2014/main" id="{F2359AC1-C7B8-4001-1069-DC640F41BC2D}"/>
              </a:ext>
            </a:extLst>
          </p:cNvPr>
          <p:cNvSpPr>
            <a:spLocks noChangeShapeType="1"/>
          </p:cNvSpPr>
          <p:nvPr/>
        </p:nvSpPr>
        <p:spPr bwMode="auto">
          <a:xfrm flipV="1">
            <a:off x="1066800" y="5638800"/>
            <a:ext cx="91440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5" name="Line 19">
            <a:extLst>
              <a:ext uri="{FF2B5EF4-FFF2-40B4-BE49-F238E27FC236}">
                <a16:creationId xmlns:a16="http://schemas.microsoft.com/office/drawing/2014/main" id="{66C91EF4-1E00-4F6E-15BF-68C44C2B700D}"/>
              </a:ext>
            </a:extLst>
          </p:cNvPr>
          <p:cNvSpPr>
            <a:spLocks noChangeShapeType="1"/>
          </p:cNvSpPr>
          <p:nvPr/>
        </p:nvSpPr>
        <p:spPr bwMode="auto">
          <a:xfrm>
            <a:off x="2286000" y="13716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6" name="Line 20">
            <a:extLst>
              <a:ext uri="{FF2B5EF4-FFF2-40B4-BE49-F238E27FC236}">
                <a16:creationId xmlns:a16="http://schemas.microsoft.com/office/drawing/2014/main" id="{C8C43F8A-B928-231B-B775-845CE419EB8B}"/>
              </a:ext>
            </a:extLst>
          </p:cNvPr>
          <p:cNvSpPr>
            <a:spLocks noChangeShapeType="1"/>
          </p:cNvSpPr>
          <p:nvPr/>
        </p:nvSpPr>
        <p:spPr bwMode="auto">
          <a:xfrm>
            <a:off x="2286000" y="16764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7" name="Line 21">
            <a:extLst>
              <a:ext uri="{FF2B5EF4-FFF2-40B4-BE49-F238E27FC236}">
                <a16:creationId xmlns:a16="http://schemas.microsoft.com/office/drawing/2014/main" id="{C7178BF7-161D-835A-7E66-86A123DF0245}"/>
              </a:ext>
            </a:extLst>
          </p:cNvPr>
          <p:cNvSpPr>
            <a:spLocks noChangeShapeType="1"/>
          </p:cNvSpPr>
          <p:nvPr/>
        </p:nvSpPr>
        <p:spPr bwMode="auto">
          <a:xfrm flipV="1">
            <a:off x="2286000" y="13716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8" name="Line 22">
            <a:extLst>
              <a:ext uri="{FF2B5EF4-FFF2-40B4-BE49-F238E27FC236}">
                <a16:creationId xmlns:a16="http://schemas.microsoft.com/office/drawing/2014/main" id="{86E8A165-6BD7-5834-4B64-E0E32D2C773A}"/>
              </a:ext>
            </a:extLst>
          </p:cNvPr>
          <p:cNvSpPr>
            <a:spLocks noChangeShapeType="1"/>
          </p:cNvSpPr>
          <p:nvPr/>
        </p:nvSpPr>
        <p:spPr bwMode="auto">
          <a:xfrm flipV="1">
            <a:off x="2286000" y="16764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39" name="Line 23">
            <a:extLst>
              <a:ext uri="{FF2B5EF4-FFF2-40B4-BE49-F238E27FC236}">
                <a16:creationId xmlns:a16="http://schemas.microsoft.com/office/drawing/2014/main" id="{D289343E-6C31-6842-01CF-0FB7DCC7029E}"/>
              </a:ext>
            </a:extLst>
          </p:cNvPr>
          <p:cNvSpPr>
            <a:spLocks noChangeShapeType="1"/>
          </p:cNvSpPr>
          <p:nvPr/>
        </p:nvSpPr>
        <p:spPr bwMode="auto">
          <a:xfrm>
            <a:off x="2286000" y="25908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0" name="Line 24">
            <a:extLst>
              <a:ext uri="{FF2B5EF4-FFF2-40B4-BE49-F238E27FC236}">
                <a16:creationId xmlns:a16="http://schemas.microsoft.com/office/drawing/2014/main" id="{36455AF1-C6E5-F62B-F821-F0033759168C}"/>
              </a:ext>
            </a:extLst>
          </p:cNvPr>
          <p:cNvSpPr>
            <a:spLocks noChangeShapeType="1"/>
          </p:cNvSpPr>
          <p:nvPr/>
        </p:nvSpPr>
        <p:spPr bwMode="auto">
          <a:xfrm>
            <a:off x="2286000" y="28956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1" name="Line 25">
            <a:extLst>
              <a:ext uri="{FF2B5EF4-FFF2-40B4-BE49-F238E27FC236}">
                <a16:creationId xmlns:a16="http://schemas.microsoft.com/office/drawing/2014/main" id="{39D7B868-0506-109B-E962-D875BCB48AE8}"/>
              </a:ext>
            </a:extLst>
          </p:cNvPr>
          <p:cNvSpPr>
            <a:spLocks noChangeShapeType="1"/>
          </p:cNvSpPr>
          <p:nvPr/>
        </p:nvSpPr>
        <p:spPr bwMode="auto">
          <a:xfrm flipV="1">
            <a:off x="2286000" y="25908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2" name="Line 26">
            <a:extLst>
              <a:ext uri="{FF2B5EF4-FFF2-40B4-BE49-F238E27FC236}">
                <a16:creationId xmlns:a16="http://schemas.microsoft.com/office/drawing/2014/main" id="{834B24BF-3B79-ED67-8541-8B0C96950950}"/>
              </a:ext>
            </a:extLst>
          </p:cNvPr>
          <p:cNvSpPr>
            <a:spLocks noChangeShapeType="1"/>
          </p:cNvSpPr>
          <p:nvPr/>
        </p:nvSpPr>
        <p:spPr bwMode="auto">
          <a:xfrm flipV="1">
            <a:off x="2286000" y="28956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3" name="Line 27">
            <a:extLst>
              <a:ext uri="{FF2B5EF4-FFF2-40B4-BE49-F238E27FC236}">
                <a16:creationId xmlns:a16="http://schemas.microsoft.com/office/drawing/2014/main" id="{53CC4DD9-97BB-154C-27FB-A3E316B40556}"/>
              </a:ext>
            </a:extLst>
          </p:cNvPr>
          <p:cNvSpPr>
            <a:spLocks noChangeShapeType="1"/>
          </p:cNvSpPr>
          <p:nvPr/>
        </p:nvSpPr>
        <p:spPr bwMode="auto">
          <a:xfrm>
            <a:off x="2286000" y="38100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4" name="Line 28">
            <a:extLst>
              <a:ext uri="{FF2B5EF4-FFF2-40B4-BE49-F238E27FC236}">
                <a16:creationId xmlns:a16="http://schemas.microsoft.com/office/drawing/2014/main" id="{287F1AF4-9CBE-B3EE-AF1C-EB8DE5581637}"/>
              </a:ext>
            </a:extLst>
          </p:cNvPr>
          <p:cNvSpPr>
            <a:spLocks noChangeShapeType="1"/>
          </p:cNvSpPr>
          <p:nvPr/>
        </p:nvSpPr>
        <p:spPr bwMode="auto">
          <a:xfrm>
            <a:off x="2286000" y="41148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5" name="Line 29">
            <a:extLst>
              <a:ext uri="{FF2B5EF4-FFF2-40B4-BE49-F238E27FC236}">
                <a16:creationId xmlns:a16="http://schemas.microsoft.com/office/drawing/2014/main" id="{3C99FCE1-3D26-8169-0082-08F79A1CD85B}"/>
              </a:ext>
            </a:extLst>
          </p:cNvPr>
          <p:cNvSpPr>
            <a:spLocks noChangeShapeType="1"/>
          </p:cNvSpPr>
          <p:nvPr/>
        </p:nvSpPr>
        <p:spPr bwMode="auto">
          <a:xfrm flipV="1">
            <a:off x="2286000" y="38100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6" name="Line 30">
            <a:extLst>
              <a:ext uri="{FF2B5EF4-FFF2-40B4-BE49-F238E27FC236}">
                <a16:creationId xmlns:a16="http://schemas.microsoft.com/office/drawing/2014/main" id="{FB3C6962-8A62-9C9F-C1C7-91EF248A7DFA}"/>
              </a:ext>
            </a:extLst>
          </p:cNvPr>
          <p:cNvSpPr>
            <a:spLocks noChangeShapeType="1"/>
          </p:cNvSpPr>
          <p:nvPr/>
        </p:nvSpPr>
        <p:spPr bwMode="auto">
          <a:xfrm flipV="1">
            <a:off x="2286000" y="41148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7" name="Line 31">
            <a:extLst>
              <a:ext uri="{FF2B5EF4-FFF2-40B4-BE49-F238E27FC236}">
                <a16:creationId xmlns:a16="http://schemas.microsoft.com/office/drawing/2014/main" id="{D94CBDAA-A975-5748-F9E4-C11BBE5284C0}"/>
              </a:ext>
            </a:extLst>
          </p:cNvPr>
          <p:cNvSpPr>
            <a:spLocks noChangeShapeType="1"/>
          </p:cNvSpPr>
          <p:nvPr/>
        </p:nvSpPr>
        <p:spPr bwMode="auto">
          <a:xfrm>
            <a:off x="2286000" y="50292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8" name="Line 32">
            <a:extLst>
              <a:ext uri="{FF2B5EF4-FFF2-40B4-BE49-F238E27FC236}">
                <a16:creationId xmlns:a16="http://schemas.microsoft.com/office/drawing/2014/main" id="{D32C9BA8-AB78-29BE-4F82-3BD76847BF6D}"/>
              </a:ext>
            </a:extLst>
          </p:cNvPr>
          <p:cNvSpPr>
            <a:spLocks noChangeShapeType="1"/>
          </p:cNvSpPr>
          <p:nvPr/>
        </p:nvSpPr>
        <p:spPr bwMode="auto">
          <a:xfrm>
            <a:off x="2286000" y="53340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49" name="Line 33">
            <a:extLst>
              <a:ext uri="{FF2B5EF4-FFF2-40B4-BE49-F238E27FC236}">
                <a16:creationId xmlns:a16="http://schemas.microsoft.com/office/drawing/2014/main" id="{90A3A0E1-1FD6-3D02-89B3-0991CD8B7101}"/>
              </a:ext>
            </a:extLst>
          </p:cNvPr>
          <p:cNvSpPr>
            <a:spLocks noChangeShapeType="1"/>
          </p:cNvSpPr>
          <p:nvPr/>
        </p:nvSpPr>
        <p:spPr bwMode="auto">
          <a:xfrm flipV="1">
            <a:off x="2286000" y="50292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0" name="Line 34">
            <a:extLst>
              <a:ext uri="{FF2B5EF4-FFF2-40B4-BE49-F238E27FC236}">
                <a16:creationId xmlns:a16="http://schemas.microsoft.com/office/drawing/2014/main" id="{E4969772-9BF9-81B3-1550-D0BE54E9293D}"/>
              </a:ext>
            </a:extLst>
          </p:cNvPr>
          <p:cNvSpPr>
            <a:spLocks noChangeShapeType="1"/>
          </p:cNvSpPr>
          <p:nvPr/>
        </p:nvSpPr>
        <p:spPr bwMode="auto">
          <a:xfrm flipV="1">
            <a:off x="2286000" y="5334000"/>
            <a:ext cx="9144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1" name="Line 35">
            <a:extLst>
              <a:ext uri="{FF2B5EF4-FFF2-40B4-BE49-F238E27FC236}">
                <a16:creationId xmlns:a16="http://schemas.microsoft.com/office/drawing/2014/main" id="{1D4A66CD-432A-624E-6B54-886E94CB83FB}"/>
              </a:ext>
            </a:extLst>
          </p:cNvPr>
          <p:cNvSpPr>
            <a:spLocks noChangeShapeType="1"/>
          </p:cNvSpPr>
          <p:nvPr/>
        </p:nvSpPr>
        <p:spPr bwMode="auto">
          <a:xfrm>
            <a:off x="3505200" y="13716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2" name="Line 36">
            <a:extLst>
              <a:ext uri="{FF2B5EF4-FFF2-40B4-BE49-F238E27FC236}">
                <a16:creationId xmlns:a16="http://schemas.microsoft.com/office/drawing/2014/main" id="{097087D5-361B-226A-342A-3008EC6A472F}"/>
              </a:ext>
            </a:extLst>
          </p:cNvPr>
          <p:cNvSpPr>
            <a:spLocks noChangeShapeType="1"/>
          </p:cNvSpPr>
          <p:nvPr/>
        </p:nvSpPr>
        <p:spPr bwMode="auto">
          <a:xfrm>
            <a:off x="3505200" y="16764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3" name="Line 37">
            <a:extLst>
              <a:ext uri="{FF2B5EF4-FFF2-40B4-BE49-F238E27FC236}">
                <a16:creationId xmlns:a16="http://schemas.microsoft.com/office/drawing/2014/main" id="{8F389AA9-A6C4-31F1-7EE7-02F48F01C420}"/>
              </a:ext>
            </a:extLst>
          </p:cNvPr>
          <p:cNvSpPr>
            <a:spLocks noChangeShapeType="1"/>
          </p:cNvSpPr>
          <p:nvPr/>
        </p:nvSpPr>
        <p:spPr bwMode="auto">
          <a:xfrm>
            <a:off x="3505200" y="19812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4" name="Line 38">
            <a:extLst>
              <a:ext uri="{FF2B5EF4-FFF2-40B4-BE49-F238E27FC236}">
                <a16:creationId xmlns:a16="http://schemas.microsoft.com/office/drawing/2014/main" id="{DDCD843F-8451-96A2-B294-62D754FB6CBF}"/>
              </a:ext>
            </a:extLst>
          </p:cNvPr>
          <p:cNvSpPr>
            <a:spLocks noChangeShapeType="1"/>
          </p:cNvSpPr>
          <p:nvPr/>
        </p:nvSpPr>
        <p:spPr bwMode="auto">
          <a:xfrm>
            <a:off x="3505200" y="22860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5" name="Line 39">
            <a:extLst>
              <a:ext uri="{FF2B5EF4-FFF2-40B4-BE49-F238E27FC236}">
                <a16:creationId xmlns:a16="http://schemas.microsoft.com/office/drawing/2014/main" id="{4E846502-54A8-AD00-E9A1-17E7FF6958A8}"/>
              </a:ext>
            </a:extLst>
          </p:cNvPr>
          <p:cNvSpPr>
            <a:spLocks noChangeShapeType="1"/>
          </p:cNvSpPr>
          <p:nvPr/>
        </p:nvSpPr>
        <p:spPr bwMode="auto">
          <a:xfrm flipV="1">
            <a:off x="3505200" y="19812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6" name="Line 40">
            <a:extLst>
              <a:ext uri="{FF2B5EF4-FFF2-40B4-BE49-F238E27FC236}">
                <a16:creationId xmlns:a16="http://schemas.microsoft.com/office/drawing/2014/main" id="{7B53363F-823E-90D0-AB0E-638A2C24D4DC}"/>
              </a:ext>
            </a:extLst>
          </p:cNvPr>
          <p:cNvSpPr>
            <a:spLocks noChangeShapeType="1"/>
          </p:cNvSpPr>
          <p:nvPr/>
        </p:nvSpPr>
        <p:spPr bwMode="auto">
          <a:xfrm flipV="1">
            <a:off x="3505200" y="22860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7" name="Line 41">
            <a:extLst>
              <a:ext uri="{FF2B5EF4-FFF2-40B4-BE49-F238E27FC236}">
                <a16:creationId xmlns:a16="http://schemas.microsoft.com/office/drawing/2014/main" id="{FD62A464-1E9F-EBA5-0450-93FD3CBE1EB4}"/>
              </a:ext>
            </a:extLst>
          </p:cNvPr>
          <p:cNvSpPr>
            <a:spLocks noChangeShapeType="1"/>
          </p:cNvSpPr>
          <p:nvPr/>
        </p:nvSpPr>
        <p:spPr bwMode="auto">
          <a:xfrm flipV="1">
            <a:off x="3505200" y="13716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8" name="Line 42">
            <a:extLst>
              <a:ext uri="{FF2B5EF4-FFF2-40B4-BE49-F238E27FC236}">
                <a16:creationId xmlns:a16="http://schemas.microsoft.com/office/drawing/2014/main" id="{B13DA7EC-693F-ED1C-2F75-7EF0C09488B8}"/>
              </a:ext>
            </a:extLst>
          </p:cNvPr>
          <p:cNvSpPr>
            <a:spLocks noChangeShapeType="1"/>
          </p:cNvSpPr>
          <p:nvPr/>
        </p:nvSpPr>
        <p:spPr bwMode="auto">
          <a:xfrm flipV="1">
            <a:off x="3505200" y="16764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59" name="Line 43">
            <a:extLst>
              <a:ext uri="{FF2B5EF4-FFF2-40B4-BE49-F238E27FC236}">
                <a16:creationId xmlns:a16="http://schemas.microsoft.com/office/drawing/2014/main" id="{D1303856-C898-2214-1F7F-B805DF37DD6E}"/>
              </a:ext>
            </a:extLst>
          </p:cNvPr>
          <p:cNvSpPr>
            <a:spLocks noChangeShapeType="1"/>
          </p:cNvSpPr>
          <p:nvPr/>
        </p:nvSpPr>
        <p:spPr bwMode="auto">
          <a:xfrm>
            <a:off x="3505200" y="38100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0" name="Line 44">
            <a:extLst>
              <a:ext uri="{FF2B5EF4-FFF2-40B4-BE49-F238E27FC236}">
                <a16:creationId xmlns:a16="http://schemas.microsoft.com/office/drawing/2014/main" id="{F7FB8FF2-D0A8-5443-E898-C8AA89E416EF}"/>
              </a:ext>
            </a:extLst>
          </p:cNvPr>
          <p:cNvSpPr>
            <a:spLocks noChangeShapeType="1"/>
          </p:cNvSpPr>
          <p:nvPr/>
        </p:nvSpPr>
        <p:spPr bwMode="auto">
          <a:xfrm>
            <a:off x="3505200" y="41148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1" name="Line 45">
            <a:extLst>
              <a:ext uri="{FF2B5EF4-FFF2-40B4-BE49-F238E27FC236}">
                <a16:creationId xmlns:a16="http://schemas.microsoft.com/office/drawing/2014/main" id="{22F9306A-27AA-CACF-A0A8-FFC14C5F24E5}"/>
              </a:ext>
            </a:extLst>
          </p:cNvPr>
          <p:cNvSpPr>
            <a:spLocks noChangeShapeType="1"/>
          </p:cNvSpPr>
          <p:nvPr/>
        </p:nvSpPr>
        <p:spPr bwMode="auto">
          <a:xfrm>
            <a:off x="3505200" y="44196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2" name="Line 46">
            <a:extLst>
              <a:ext uri="{FF2B5EF4-FFF2-40B4-BE49-F238E27FC236}">
                <a16:creationId xmlns:a16="http://schemas.microsoft.com/office/drawing/2014/main" id="{26D7F8A7-1A94-1E4D-F563-BD53B88EDF48}"/>
              </a:ext>
            </a:extLst>
          </p:cNvPr>
          <p:cNvSpPr>
            <a:spLocks noChangeShapeType="1"/>
          </p:cNvSpPr>
          <p:nvPr/>
        </p:nvSpPr>
        <p:spPr bwMode="auto">
          <a:xfrm>
            <a:off x="3505200" y="47244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3" name="Line 47">
            <a:extLst>
              <a:ext uri="{FF2B5EF4-FFF2-40B4-BE49-F238E27FC236}">
                <a16:creationId xmlns:a16="http://schemas.microsoft.com/office/drawing/2014/main" id="{990F1B21-0515-1EDD-AA83-F2592C03577B}"/>
              </a:ext>
            </a:extLst>
          </p:cNvPr>
          <p:cNvSpPr>
            <a:spLocks noChangeShapeType="1"/>
          </p:cNvSpPr>
          <p:nvPr/>
        </p:nvSpPr>
        <p:spPr bwMode="auto">
          <a:xfrm flipV="1">
            <a:off x="3505200" y="44196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4" name="Line 48">
            <a:extLst>
              <a:ext uri="{FF2B5EF4-FFF2-40B4-BE49-F238E27FC236}">
                <a16:creationId xmlns:a16="http://schemas.microsoft.com/office/drawing/2014/main" id="{DDB51195-7AAA-DF1D-3602-9D42F7252E93}"/>
              </a:ext>
            </a:extLst>
          </p:cNvPr>
          <p:cNvSpPr>
            <a:spLocks noChangeShapeType="1"/>
          </p:cNvSpPr>
          <p:nvPr/>
        </p:nvSpPr>
        <p:spPr bwMode="auto">
          <a:xfrm flipV="1">
            <a:off x="3505200" y="47244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5" name="Line 49">
            <a:extLst>
              <a:ext uri="{FF2B5EF4-FFF2-40B4-BE49-F238E27FC236}">
                <a16:creationId xmlns:a16="http://schemas.microsoft.com/office/drawing/2014/main" id="{CC8EDA8A-01A2-4852-BFFF-A4EA1B186281}"/>
              </a:ext>
            </a:extLst>
          </p:cNvPr>
          <p:cNvSpPr>
            <a:spLocks noChangeShapeType="1"/>
          </p:cNvSpPr>
          <p:nvPr/>
        </p:nvSpPr>
        <p:spPr bwMode="auto">
          <a:xfrm flipV="1">
            <a:off x="3505200" y="38100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6" name="Line 50">
            <a:extLst>
              <a:ext uri="{FF2B5EF4-FFF2-40B4-BE49-F238E27FC236}">
                <a16:creationId xmlns:a16="http://schemas.microsoft.com/office/drawing/2014/main" id="{3BF79DDC-F005-8364-8875-54CFBA659220}"/>
              </a:ext>
            </a:extLst>
          </p:cNvPr>
          <p:cNvSpPr>
            <a:spLocks noChangeShapeType="1"/>
          </p:cNvSpPr>
          <p:nvPr/>
        </p:nvSpPr>
        <p:spPr bwMode="auto">
          <a:xfrm flipV="1">
            <a:off x="3505200" y="4114800"/>
            <a:ext cx="914400" cy="12192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7" name="Line 51">
            <a:extLst>
              <a:ext uri="{FF2B5EF4-FFF2-40B4-BE49-F238E27FC236}">
                <a16:creationId xmlns:a16="http://schemas.microsoft.com/office/drawing/2014/main" id="{A87E4C36-8093-8B58-922E-8CA7AC7CC349}"/>
              </a:ext>
            </a:extLst>
          </p:cNvPr>
          <p:cNvSpPr>
            <a:spLocks noChangeShapeType="1"/>
          </p:cNvSpPr>
          <p:nvPr/>
        </p:nvSpPr>
        <p:spPr bwMode="auto">
          <a:xfrm>
            <a:off x="4724400" y="13716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8" name="Line 52">
            <a:extLst>
              <a:ext uri="{FF2B5EF4-FFF2-40B4-BE49-F238E27FC236}">
                <a16:creationId xmlns:a16="http://schemas.microsoft.com/office/drawing/2014/main" id="{32BE800D-C3E4-493A-F5A0-3A73E5D10337}"/>
              </a:ext>
            </a:extLst>
          </p:cNvPr>
          <p:cNvSpPr>
            <a:spLocks noChangeShapeType="1"/>
          </p:cNvSpPr>
          <p:nvPr/>
        </p:nvSpPr>
        <p:spPr bwMode="auto">
          <a:xfrm>
            <a:off x="4724400" y="16764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69" name="Line 53">
            <a:extLst>
              <a:ext uri="{FF2B5EF4-FFF2-40B4-BE49-F238E27FC236}">
                <a16:creationId xmlns:a16="http://schemas.microsoft.com/office/drawing/2014/main" id="{2C534EBE-9843-667A-E794-089DD66EDB40}"/>
              </a:ext>
            </a:extLst>
          </p:cNvPr>
          <p:cNvSpPr>
            <a:spLocks noChangeShapeType="1"/>
          </p:cNvSpPr>
          <p:nvPr/>
        </p:nvSpPr>
        <p:spPr bwMode="auto">
          <a:xfrm>
            <a:off x="4724400" y="19812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0" name="Line 54">
            <a:extLst>
              <a:ext uri="{FF2B5EF4-FFF2-40B4-BE49-F238E27FC236}">
                <a16:creationId xmlns:a16="http://schemas.microsoft.com/office/drawing/2014/main" id="{5F9F018C-C125-B3E6-E5B1-D5B030F2B4F3}"/>
              </a:ext>
            </a:extLst>
          </p:cNvPr>
          <p:cNvSpPr>
            <a:spLocks noChangeShapeType="1"/>
          </p:cNvSpPr>
          <p:nvPr/>
        </p:nvSpPr>
        <p:spPr bwMode="auto">
          <a:xfrm>
            <a:off x="4724400" y="22860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1" name="Line 55">
            <a:extLst>
              <a:ext uri="{FF2B5EF4-FFF2-40B4-BE49-F238E27FC236}">
                <a16:creationId xmlns:a16="http://schemas.microsoft.com/office/drawing/2014/main" id="{839CAC08-D08E-1415-616B-FF786503DA7D}"/>
              </a:ext>
            </a:extLst>
          </p:cNvPr>
          <p:cNvSpPr>
            <a:spLocks noChangeShapeType="1"/>
          </p:cNvSpPr>
          <p:nvPr/>
        </p:nvSpPr>
        <p:spPr bwMode="auto">
          <a:xfrm>
            <a:off x="4724400" y="32004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2" name="Line 56">
            <a:extLst>
              <a:ext uri="{FF2B5EF4-FFF2-40B4-BE49-F238E27FC236}">
                <a16:creationId xmlns:a16="http://schemas.microsoft.com/office/drawing/2014/main" id="{AACEDCAD-1A96-BA23-7E1B-9B5187EFCFD7}"/>
              </a:ext>
            </a:extLst>
          </p:cNvPr>
          <p:cNvSpPr>
            <a:spLocks noChangeShapeType="1"/>
          </p:cNvSpPr>
          <p:nvPr/>
        </p:nvSpPr>
        <p:spPr bwMode="auto">
          <a:xfrm>
            <a:off x="4724400" y="35052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3" name="Line 57">
            <a:extLst>
              <a:ext uri="{FF2B5EF4-FFF2-40B4-BE49-F238E27FC236}">
                <a16:creationId xmlns:a16="http://schemas.microsoft.com/office/drawing/2014/main" id="{2AF9888B-40FA-6F52-498E-4FF6D2A196D3}"/>
              </a:ext>
            </a:extLst>
          </p:cNvPr>
          <p:cNvSpPr>
            <a:spLocks noChangeShapeType="1"/>
          </p:cNvSpPr>
          <p:nvPr/>
        </p:nvSpPr>
        <p:spPr bwMode="auto">
          <a:xfrm>
            <a:off x="4724400" y="25908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4" name="Line 58">
            <a:extLst>
              <a:ext uri="{FF2B5EF4-FFF2-40B4-BE49-F238E27FC236}">
                <a16:creationId xmlns:a16="http://schemas.microsoft.com/office/drawing/2014/main" id="{4C124142-6CFE-6156-7CFB-DCE83BF8297A}"/>
              </a:ext>
            </a:extLst>
          </p:cNvPr>
          <p:cNvSpPr>
            <a:spLocks noChangeShapeType="1"/>
          </p:cNvSpPr>
          <p:nvPr/>
        </p:nvSpPr>
        <p:spPr bwMode="auto">
          <a:xfrm>
            <a:off x="4724400" y="28956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5" name="Line 59">
            <a:extLst>
              <a:ext uri="{FF2B5EF4-FFF2-40B4-BE49-F238E27FC236}">
                <a16:creationId xmlns:a16="http://schemas.microsoft.com/office/drawing/2014/main" id="{80B00B1E-8B35-577C-8450-8D8ACC8DB997}"/>
              </a:ext>
            </a:extLst>
          </p:cNvPr>
          <p:cNvSpPr>
            <a:spLocks noChangeShapeType="1"/>
          </p:cNvSpPr>
          <p:nvPr/>
        </p:nvSpPr>
        <p:spPr bwMode="auto">
          <a:xfrm flipV="1">
            <a:off x="4724400" y="13716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6" name="Line 60">
            <a:extLst>
              <a:ext uri="{FF2B5EF4-FFF2-40B4-BE49-F238E27FC236}">
                <a16:creationId xmlns:a16="http://schemas.microsoft.com/office/drawing/2014/main" id="{B511ABCA-217B-70E4-F4AE-071256B93D4A}"/>
              </a:ext>
            </a:extLst>
          </p:cNvPr>
          <p:cNvSpPr>
            <a:spLocks noChangeShapeType="1"/>
          </p:cNvSpPr>
          <p:nvPr/>
        </p:nvSpPr>
        <p:spPr bwMode="auto">
          <a:xfrm flipV="1">
            <a:off x="4724400" y="16764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7" name="Line 61">
            <a:extLst>
              <a:ext uri="{FF2B5EF4-FFF2-40B4-BE49-F238E27FC236}">
                <a16:creationId xmlns:a16="http://schemas.microsoft.com/office/drawing/2014/main" id="{8E929886-7020-269C-6C34-44510FF05811}"/>
              </a:ext>
            </a:extLst>
          </p:cNvPr>
          <p:cNvSpPr>
            <a:spLocks noChangeShapeType="1"/>
          </p:cNvSpPr>
          <p:nvPr/>
        </p:nvSpPr>
        <p:spPr bwMode="auto">
          <a:xfrm flipV="1">
            <a:off x="4724400" y="19812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8" name="Line 62">
            <a:extLst>
              <a:ext uri="{FF2B5EF4-FFF2-40B4-BE49-F238E27FC236}">
                <a16:creationId xmlns:a16="http://schemas.microsoft.com/office/drawing/2014/main" id="{501B10C5-D63A-F5AA-2E20-5ED26AF5FD4E}"/>
              </a:ext>
            </a:extLst>
          </p:cNvPr>
          <p:cNvSpPr>
            <a:spLocks noChangeShapeType="1"/>
          </p:cNvSpPr>
          <p:nvPr/>
        </p:nvSpPr>
        <p:spPr bwMode="auto">
          <a:xfrm flipV="1">
            <a:off x="4724400" y="22860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79" name="Line 63">
            <a:extLst>
              <a:ext uri="{FF2B5EF4-FFF2-40B4-BE49-F238E27FC236}">
                <a16:creationId xmlns:a16="http://schemas.microsoft.com/office/drawing/2014/main" id="{D46578D7-37A6-E8C5-E90D-24F464286F2E}"/>
              </a:ext>
            </a:extLst>
          </p:cNvPr>
          <p:cNvSpPr>
            <a:spLocks noChangeShapeType="1"/>
          </p:cNvSpPr>
          <p:nvPr/>
        </p:nvSpPr>
        <p:spPr bwMode="auto">
          <a:xfrm flipV="1">
            <a:off x="4724400" y="32004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80" name="Line 64">
            <a:extLst>
              <a:ext uri="{FF2B5EF4-FFF2-40B4-BE49-F238E27FC236}">
                <a16:creationId xmlns:a16="http://schemas.microsoft.com/office/drawing/2014/main" id="{6CDF0709-BD80-1B48-8A9B-25D94F2230A0}"/>
              </a:ext>
            </a:extLst>
          </p:cNvPr>
          <p:cNvSpPr>
            <a:spLocks noChangeShapeType="1"/>
          </p:cNvSpPr>
          <p:nvPr/>
        </p:nvSpPr>
        <p:spPr bwMode="auto">
          <a:xfrm flipV="1">
            <a:off x="4724400" y="35052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81" name="Line 65">
            <a:extLst>
              <a:ext uri="{FF2B5EF4-FFF2-40B4-BE49-F238E27FC236}">
                <a16:creationId xmlns:a16="http://schemas.microsoft.com/office/drawing/2014/main" id="{C48A2826-0FEB-3FCC-E8A2-1FB1FB1276A5}"/>
              </a:ext>
            </a:extLst>
          </p:cNvPr>
          <p:cNvSpPr>
            <a:spLocks noChangeShapeType="1"/>
          </p:cNvSpPr>
          <p:nvPr/>
        </p:nvSpPr>
        <p:spPr bwMode="auto">
          <a:xfrm flipV="1">
            <a:off x="4724400" y="25908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82" name="Line 66">
            <a:extLst>
              <a:ext uri="{FF2B5EF4-FFF2-40B4-BE49-F238E27FC236}">
                <a16:creationId xmlns:a16="http://schemas.microsoft.com/office/drawing/2014/main" id="{6B58D604-6554-E745-B7A2-DD27A24428E1}"/>
              </a:ext>
            </a:extLst>
          </p:cNvPr>
          <p:cNvSpPr>
            <a:spLocks noChangeShapeType="1"/>
          </p:cNvSpPr>
          <p:nvPr/>
        </p:nvSpPr>
        <p:spPr bwMode="auto">
          <a:xfrm flipV="1">
            <a:off x="4724400" y="2895600"/>
            <a:ext cx="914400" cy="24384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83" name="Rectangle 67">
            <a:extLst>
              <a:ext uri="{FF2B5EF4-FFF2-40B4-BE49-F238E27FC236}">
                <a16:creationId xmlns:a16="http://schemas.microsoft.com/office/drawing/2014/main" id="{F443295E-A3ED-5FC1-5795-24BAD5294ADE}"/>
              </a:ext>
            </a:extLst>
          </p:cNvPr>
          <p:cNvSpPr>
            <a:spLocks noChangeArrowheads="1"/>
          </p:cNvSpPr>
          <p:nvPr/>
        </p:nvSpPr>
        <p:spPr bwMode="auto">
          <a:xfrm>
            <a:off x="1981200" y="1219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a:t>
            </a:r>
          </a:p>
        </p:txBody>
      </p:sp>
      <p:sp>
        <p:nvSpPr>
          <p:cNvPr id="137284" name="Rectangle 68">
            <a:extLst>
              <a:ext uri="{FF2B5EF4-FFF2-40B4-BE49-F238E27FC236}">
                <a16:creationId xmlns:a16="http://schemas.microsoft.com/office/drawing/2014/main" id="{F9C66CBA-0A74-3839-04BE-15B2A128BF6C}"/>
              </a:ext>
            </a:extLst>
          </p:cNvPr>
          <p:cNvSpPr>
            <a:spLocks noChangeArrowheads="1"/>
          </p:cNvSpPr>
          <p:nvPr/>
        </p:nvSpPr>
        <p:spPr bwMode="auto">
          <a:xfrm>
            <a:off x="1981200" y="1524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2</a:t>
            </a:r>
          </a:p>
        </p:txBody>
      </p:sp>
      <p:sp>
        <p:nvSpPr>
          <p:cNvPr id="137285" name="Rectangle 69">
            <a:extLst>
              <a:ext uri="{FF2B5EF4-FFF2-40B4-BE49-F238E27FC236}">
                <a16:creationId xmlns:a16="http://schemas.microsoft.com/office/drawing/2014/main" id="{A8271108-2351-8075-2E13-8B533CBF95F5}"/>
              </a:ext>
            </a:extLst>
          </p:cNvPr>
          <p:cNvSpPr>
            <a:spLocks noChangeArrowheads="1"/>
          </p:cNvSpPr>
          <p:nvPr/>
        </p:nvSpPr>
        <p:spPr bwMode="auto">
          <a:xfrm>
            <a:off x="1981200" y="1828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3</a:t>
            </a:r>
          </a:p>
        </p:txBody>
      </p:sp>
      <p:sp>
        <p:nvSpPr>
          <p:cNvPr id="137286" name="Rectangle 70">
            <a:extLst>
              <a:ext uri="{FF2B5EF4-FFF2-40B4-BE49-F238E27FC236}">
                <a16:creationId xmlns:a16="http://schemas.microsoft.com/office/drawing/2014/main" id="{F11610DC-972C-01C7-088D-2862A97921C1}"/>
              </a:ext>
            </a:extLst>
          </p:cNvPr>
          <p:cNvSpPr>
            <a:spLocks noChangeArrowheads="1"/>
          </p:cNvSpPr>
          <p:nvPr/>
        </p:nvSpPr>
        <p:spPr bwMode="auto">
          <a:xfrm>
            <a:off x="1981200" y="2133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4</a:t>
            </a:r>
          </a:p>
        </p:txBody>
      </p:sp>
      <p:sp>
        <p:nvSpPr>
          <p:cNvPr id="137287" name="Rectangle 71">
            <a:extLst>
              <a:ext uri="{FF2B5EF4-FFF2-40B4-BE49-F238E27FC236}">
                <a16:creationId xmlns:a16="http://schemas.microsoft.com/office/drawing/2014/main" id="{8CF73D58-6FB5-92F1-99B4-1C1E6C060891}"/>
              </a:ext>
            </a:extLst>
          </p:cNvPr>
          <p:cNvSpPr>
            <a:spLocks noChangeArrowheads="1"/>
          </p:cNvSpPr>
          <p:nvPr/>
        </p:nvSpPr>
        <p:spPr bwMode="auto">
          <a:xfrm>
            <a:off x="1981200" y="2438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5</a:t>
            </a:r>
          </a:p>
        </p:txBody>
      </p:sp>
      <p:sp>
        <p:nvSpPr>
          <p:cNvPr id="137288" name="Rectangle 72">
            <a:extLst>
              <a:ext uri="{FF2B5EF4-FFF2-40B4-BE49-F238E27FC236}">
                <a16:creationId xmlns:a16="http://schemas.microsoft.com/office/drawing/2014/main" id="{AFAD7C00-8365-124A-71A0-8D63104D6701}"/>
              </a:ext>
            </a:extLst>
          </p:cNvPr>
          <p:cNvSpPr>
            <a:spLocks noChangeArrowheads="1"/>
          </p:cNvSpPr>
          <p:nvPr/>
        </p:nvSpPr>
        <p:spPr bwMode="auto">
          <a:xfrm>
            <a:off x="1981200" y="2743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6</a:t>
            </a:r>
          </a:p>
        </p:txBody>
      </p:sp>
      <p:sp>
        <p:nvSpPr>
          <p:cNvPr id="137289" name="Rectangle 73">
            <a:extLst>
              <a:ext uri="{FF2B5EF4-FFF2-40B4-BE49-F238E27FC236}">
                <a16:creationId xmlns:a16="http://schemas.microsoft.com/office/drawing/2014/main" id="{10618A46-C3C8-50C6-DE9C-0C1FC9921829}"/>
              </a:ext>
            </a:extLst>
          </p:cNvPr>
          <p:cNvSpPr>
            <a:spLocks noChangeArrowheads="1"/>
          </p:cNvSpPr>
          <p:nvPr/>
        </p:nvSpPr>
        <p:spPr bwMode="auto">
          <a:xfrm>
            <a:off x="1981200" y="3048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7</a:t>
            </a:r>
          </a:p>
        </p:txBody>
      </p:sp>
      <p:sp>
        <p:nvSpPr>
          <p:cNvPr id="137290" name="Rectangle 74">
            <a:extLst>
              <a:ext uri="{FF2B5EF4-FFF2-40B4-BE49-F238E27FC236}">
                <a16:creationId xmlns:a16="http://schemas.microsoft.com/office/drawing/2014/main" id="{927EB863-1569-27B9-0D01-037882C298D9}"/>
              </a:ext>
            </a:extLst>
          </p:cNvPr>
          <p:cNvSpPr>
            <a:spLocks noChangeArrowheads="1"/>
          </p:cNvSpPr>
          <p:nvPr/>
        </p:nvSpPr>
        <p:spPr bwMode="auto">
          <a:xfrm>
            <a:off x="1981200" y="3352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8</a:t>
            </a:r>
          </a:p>
        </p:txBody>
      </p:sp>
      <p:sp>
        <p:nvSpPr>
          <p:cNvPr id="137291" name="Rectangle 75">
            <a:extLst>
              <a:ext uri="{FF2B5EF4-FFF2-40B4-BE49-F238E27FC236}">
                <a16:creationId xmlns:a16="http://schemas.microsoft.com/office/drawing/2014/main" id="{C4CC9D0C-66CE-6B4B-D699-0A3D620A8C2C}"/>
              </a:ext>
            </a:extLst>
          </p:cNvPr>
          <p:cNvSpPr>
            <a:spLocks noChangeArrowheads="1"/>
          </p:cNvSpPr>
          <p:nvPr/>
        </p:nvSpPr>
        <p:spPr bwMode="auto">
          <a:xfrm>
            <a:off x="1981200" y="3657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9</a:t>
            </a:r>
          </a:p>
        </p:txBody>
      </p:sp>
      <p:sp>
        <p:nvSpPr>
          <p:cNvPr id="137292" name="Rectangle 76">
            <a:extLst>
              <a:ext uri="{FF2B5EF4-FFF2-40B4-BE49-F238E27FC236}">
                <a16:creationId xmlns:a16="http://schemas.microsoft.com/office/drawing/2014/main" id="{108ABE59-E5AD-FCD9-22CE-5D654524AC9C}"/>
              </a:ext>
            </a:extLst>
          </p:cNvPr>
          <p:cNvSpPr>
            <a:spLocks noChangeArrowheads="1"/>
          </p:cNvSpPr>
          <p:nvPr/>
        </p:nvSpPr>
        <p:spPr bwMode="auto">
          <a:xfrm>
            <a:off x="1981200" y="3962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10</a:t>
            </a:r>
          </a:p>
        </p:txBody>
      </p:sp>
      <p:sp>
        <p:nvSpPr>
          <p:cNvPr id="137293" name="Rectangle 77">
            <a:extLst>
              <a:ext uri="{FF2B5EF4-FFF2-40B4-BE49-F238E27FC236}">
                <a16:creationId xmlns:a16="http://schemas.microsoft.com/office/drawing/2014/main" id="{F547D8CA-E3F4-08E0-D0FB-22242C684256}"/>
              </a:ext>
            </a:extLst>
          </p:cNvPr>
          <p:cNvSpPr>
            <a:spLocks noChangeArrowheads="1"/>
          </p:cNvSpPr>
          <p:nvPr/>
        </p:nvSpPr>
        <p:spPr bwMode="auto">
          <a:xfrm>
            <a:off x="1981200" y="4267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11</a:t>
            </a:r>
          </a:p>
        </p:txBody>
      </p:sp>
      <p:sp>
        <p:nvSpPr>
          <p:cNvPr id="137294" name="Rectangle 78">
            <a:extLst>
              <a:ext uri="{FF2B5EF4-FFF2-40B4-BE49-F238E27FC236}">
                <a16:creationId xmlns:a16="http://schemas.microsoft.com/office/drawing/2014/main" id="{94AFE8A0-6635-31F3-1D67-C425EB115AAD}"/>
              </a:ext>
            </a:extLst>
          </p:cNvPr>
          <p:cNvSpPr>
            <a:spLocks noChangeArrowheads="1"/>
          </p:cNvSpPr>
          <p:nvPr/>
        </p:nvSpPr>
        <p:spPr bwMode="auto">
          <a:xfrm>
            <a:off x="1981200" y="4572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12</a:t>
            </a:r>
          </a:p>
        </p:txBody>
      </p:sp>
      <p:sp>
        <p:nvSpPr>
          <p:cNvPr id="137295" name="Rectangle 79">
            <a:extLst>
              <a:ext uri="{FF2B5EF4-FFF2-40B4-BE49-F238E27FC236}">
                <a16:creationId xmlns:a16="http://schemas.microsoft.com/office/drawing/2014/main" id="{FC08BDBF-CC59-EF5E-0231-0D75A862FF76}"/>
              </a:ext>
            </a:extLst>
          </p:cNvPr>
          <p:cNvSpPr>
            <a:spLocks noChangeArrowheads="1"/>
          </p:cNvSpPr>
          <p:nvPr/>
        </p:nvSpPr>
        <p:spPr bwMode="auto">
          <a:xfrm>
            <a:off x="1981200" y="4876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13</a:t>
            </a:r>
          </a:p>
        </p:txBody>
      </p:sp>
      <p:sp>
        <p:nvSpPr>
          <p:cNvPr id="137296" name="Rectangle 80">
            <a:extLst>
              <a:ext uri="{FF2B5EF4-FFF2-40B4-BE49-F238E27FC236}">
                <a16:creationId xmlns:a16="http://schemas.microsoft.com/office/drawing/2014/main" id="{16914285-BCCD-38E0-8384-32016EB4134F}"/>
              </a:ext>
            </a:extLst>
          </p:cNvPr>
          <p:cNvSpPr>
            <a:spLocks noChangeArrowheads="1"/>
          </p:cNvSpPr>
          <p:nvPr/>
        </p:nvSpPr>
        <p:spPr bwMode="auto">
          <a:xfrm>
            <a:off x="1981200" y="5181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14</a:t>
            </a:r>
          </a:p>
        </p:txBody>
      </p:sp>
      <p:sp>
        <p:nvSpPr>
          <p:cNvPr id="137297" name="Rectangle 81">
            <a:extLst>
              <a:ext uri="{FF2B5EF4-FFF2-40B4-BE49-F238E27FC236}">
                <a16:creationId xmlns:a16="http://schemas.microsoft.com/office/drawing/2014/main" id="{D606F9AD-1A3A-F484-0D59-40BDD0AD1D9B}"/>
              </a:ext>
            </a:extLst>
          </p:cNvPr>
          <p:cNvSpPr>
            <a:spLocks noChangeArrowheads="1"/>
          </p:cNvSpPr>
          <p:nvPr/>
        </p:nvSpPr>
        <p:spPr bwMode="auto">
          <a:xfrm>
            <a:off x="1981200" y="5486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15</a:t>
            </a:r>
          </a:p>
        </p:txBody>
      </p:sp>
      <p:sp>
        <p:nvSpPr>
          <p:cNvPr id="137298" name="Rectangle 82">
            <a:extLst>
              <a:ext uri="{FF2B5EF4-FFF2-40B4-BE49-F238E27FC236}">
                <a16:creationId xmlns:a16="http://schemas.microsoft.com/office/drawing/2014/main" id="{C88613BA-07B1-472A-3082-765AD5C273E8}"/>
              </a:ext>
            </a:extLst>
          </p:cNvPr>
          <p:cNvSpPr>
            <a:spLocks noChangeArrowheads="1"/>
          </p:cNvSpPr>
          <p:nvPr/>
        </p:nvSpPr>
        <p:spPr bwMode="auto">
          <a:xfrm>
            <a:off x="1981200" y="5791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16</a:t>
            </a:r>
          </a:p>
        </p:txBody>
      </p:sp>
      <p:sp>
        <p:nvSpPr>
          <p:cNvPr id="137299" name="Rectangle 83">
            <a:extLst>
              <a:ext uri="{FF2B5EF4-FFF2-40B4-BE49-F238E27FC236}">
                <a16:creationId xmlns:a16="http://schemas.microsoft.com/office/drawing/2014/main" id="{95ECBA16-AAA1-B90F-9BA9-3C56E83320B1}"/>
              </a:ext>
            </a:extLst>
          </p:cNvPr>
          <p:cNvSpPr>
            <a:spLocks noChangeArrowheads="1"/>
          </p:cNvSpPr>
          <p:nvPr/>
        </p:nvSpPr>
        <p:spPr bwMode="auto">
          <a:xfrm>
            <a:off x="3200400" y="1219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a:t>
            </a:r>
          </a:p>
        </p:txBody>
      </p:sp>
      <p:sp>
        <p:nvSpPr>
          <p:cNvPr id="137300" name="Rectangle 84">
            <a:extLst>
              <a:ext uri="{FF2B5EF4-FFF2-40B4-BE49-F238E27FC236}">
                <a16:creationId xmlns:a16="http://schemas.microsoft.com/office/drawing/2014/main" id="{8B25A3C0-B5F4-E72F-D01C-11CC826F56DD}"/>
              </a:ext>
            </a:extLst>
          </p:cNvPr>
          <p:cNvSpPr>
            <a:spLocks noChangeArrowheads="1"/>
          </p:cNvSpPr>
          <p:nvPr/>
        </p:nvSpPr>
        <p:spPr bwMode="auto">
          <a:xfrm>
            <a:off x="3200400" y="1524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2</a:t>
            </a:r>
          </a:p>
        </p:txBody>
      </p:sp>
      <p:sp>
        <p:nvSpPr>
          <p:cNvPr id="137301" name="Rectangle 85">
            <a:extLst>
              <a:ext uri="{FF2B5EF4-FFF2-40B4-BE49-F238E27FC236}">
                <a16:creationId xmlns:a16="http://schemas.microsoft.com/office/drawing/2014/main" id="{173FF1A4-63B1-C7F4-7801-86356AC862EC}"/>
              </a:ext>
            </a:extLst>
          </p:cNvPr>
          <p:cNvSpPr>
            <a:spLocks noChangeArrowheads="1"/>
          </p:cNvSpPr>
          <p:nvPr/>
        </p:nvSpPr>
        <p:spPr bwMode="auto">
          <a:xfrm>
            <a:off x="3200400" y="1828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3</a:t>
            </a:r>
          </a:p>
        </p:txBody>
      </p:sp>
      <p:sp>
        <p:nvSpPr>
          <p:cNvPr id="137302" name="Rectangle 86">
            <a:extLst>
              <a:ext uri="{FF2B5EF4-FFF2-40B4-BE49-F238E27FC236}">
                <a16:creationId xmlns:a16="http://schemas.microsoft.com/office/drawing/2014/main" id="{D21B7767-001C-0E44-A791-8648BB3024C3}"/>
              </a:ext>
            </a:extLst>
          </p:cNvPr>
          <p:cNvSpPr>
            <a:spLocks noChangeArrowheads="1"/>
          </p:cNvSpPr>
          <p:nvPr/>
        </p:nvSpPr>
        <p:spPr bwMode="auto">
          <a:xfrm>
            <a:off x="3200400" y="2133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4</a:t>
            </a:r>
          </a:p>
        </p:txBody>
      </p:sp>
      <p:sp>
        <p:nvSpPr>
          <p:cNvPr id="137303" name="Rectangle 87">
            <a:extLst>
              <a:ext uri="{FF2B5EF4-FFF2-40B4-BE49-F238E27FC236}">
                <a16:creationId xmlns:a16="http://schemas.microsoft.com/office/drawing/2014/main" id="{06A21907-C8D3-BD5D-9614-A196739B6D2E}"/>
              </a:ext>
            </a:extLst>
          </p:cNvPr>
          <p:cNvSpPr>
            <a:spLocks noChangeArrowheads="1"/>
          </p:cNvSpPr>
          <p:nvPr/>
        </p:nvSpPr>
        <p:spPr bwMode="auto">
          <a:xfrm>
            <a:off x="3200400" y="2438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5</a:t>
            </a:r>
          </a:p>
        </p:txBody>
      </p:sp>
      <p:sp>
        <p:nvSpPr>
          <p:cNvPr id="137304" name="Rectangle 88">
            <a:extLst>
              <a:ext uri="{FF2B5EF4-FFF2-40B4-BE49-F238E27FC236}">
                <a16:creationId xmlns:a16="http://schemas.microsoft.com/office/drawing/2014/main" id="{A28E7379-9E1B-BE59-EC86-90FDD93378E1}"/>
              </a:ext>
            </a:extLst>
          </p:cNvPr>
          <p:cNvSpPr>
            <a:spLocks noChangeArrowheads="1"/>
          </p:cNvSpPr>
          <p:nvPr/>
        </p:nvSpPr>
        <p:spPr bwMode="auto">
          <a:xfrm>
            <a:off x="3200400" y="2743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6</a:t>
            </a:r>
          </a:p>
        </p:txBody>
      </p:sp>
      <p:sp>
        <p:nvSpPr>
          <p:cNvPr id="137305" name="Rectangle 89">
            <a:extLst>
              <a:ext uri="{FF2B5EF4-FFF2-40B4-BE49-F238E27FC236}">
                <a16:creationId xmlns:a16="http://schemas.microsoft.com/office/drawing/2014/main" id="{8000174F-4EBE-7117-B2C2-51A078BB296A}"/>
              </a:ext>
            </a:extLst>
          </p:cNvPr>
          <p:cNvSpPr>
            <a:spLocks noChangeArrowheads="1"/>
          </p:cNvSpPr>
          <p:nvPr/>
        </p:nvSpPr>
        <p:spPr bwMode="auto">
          <a:xfrm>
            <a:off x="3200400" y="3048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7</a:t>
            </a:r>
          </a:p>
        </p:txBody>
      </p:sp>
      <p:sp>
        <p:nvSpPr>
          <p:cNvPr id="137306" name="Rectangle 90">
            <a:extLst>
              <a:ext uri="{FF2B5EF4-FFF2-40B4-BE49-F238E27FC236}">
                <a16:creationId xmlns:a16="http://schemas.microsoft.com/office/drawing/2014/main" id="{145056A2-29F3-14CE-160F-18D1F4FF58C5}"/>
              </a:ext>
            </a:extLst>
          </p:cNvPr>
          <p:cNvSpPr>
            <a:spLocks noChangeArrowheads="1"/>
          </p:cNvSpPr>
          <p:nvPr/>
        </p:nvSpPr>
        <p:spPr bwMode="auto">
          <a:xfrm>
            <a:off x="3200400" y="3352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8</a:t>
            </a:r>
          </a:p>
        </p:txBody>
      </p:sp>
      <p:sp>
        <p:nvSpPr>
          <p:cNvPr id="137307" name="Rectangle 91">
            <a:extLst>
              <a:ext uri="{FF2B5EF4-FFF2-40B4-BE49-F238E27FC236}">
                <a16:creationId xmlns:a16="http://schemas.microsoft.com/office/drawing/2014/main" id="{9E5616A7-45AF-E256-7608-803176F6DD7C}"/>
              </a:ext>
            </a:extLst>
          </p:cNvPr>
          <p:cNvSpPr>
            <a:spLocks noChangeArrowheads="1"/>
          </p:cNvSpPr>
          <p:nvPr/>
        </p:nvSpPr>
        <p:spPr bwMode="auto">
          <a:xfrm>
            <a:off x="3200400" y="3657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9</a:t>
            </a:r>
          </a:p>
        </p:txBody>
      </p:sp>
      <p:sp>
        <p:nvSpPr>
          <p:cNvPr id="137308" name="Rectangle 92">
            <a:extLst>
              <a:ext uri="{FF2B5EF4-FFF2-40B4-BE49-F238E27FC236}">
                <a16:creationId xmlns:a16="http://schemas.microsoft.com/office/drawing/2014/main" id="{71579DEA-783D-282E-0487-03B580F299A8}"/>
              </a:ext>
            </a:extLst>
          </p:cNvPr>
          <p:cNvSpPr>
            <a:spLocks noChangeArrowheads="1"/>
          </p:cNvSpPr>
          <p:nvPr/>
        </p:nvSpPr>
        <p:spPr bwMode="auto">
          <a:xfrm>
            <a:off x="3200400" y="3962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10</a:t>
            </a:r>
          </a:p>
        </p:txBody>
      </p:sp>
      <p:sp>
        <p:nvSpPr>
          <p:cNvPr id="137309" name="Rectangle 93">
            <a:extLst>
              <a:ext uri="{FF2B5EF4-FFF2-40B4-BE49-F238E27FC236}">
                <a16:creationId xmlns:a16="http://schemas.microsoft.com/office/drawing/2014/main" id="{E3EE9DF2-8229-C0F2-DFC6-76D2AF70F3A0}"/>
              </a:ext>
            </a:extLst>
          </p:cNvPr>
          <p:cNvSpPr>
            <a:spLocks noChangeArrowheads="1"/>
          </p:cNvSpPr>
          <p:nvPr/>
        </p:nvSpPr>
        <p:spPr bwMode="auto">
          <a:xfrm>
            <a:off x="3200400" y="4267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11</a:t>
            </a:r>
          </a:p>
        </p:txBody>
      </p:sp>
      <p:sp>
        <p:nvSpPr>
          <p:cNvPr id="137310" name="Rectangle 94">
            <a:extLst>
              <a:ext uri="{FF2B5EF4-FFF2-40B4-BE49-F238E27FC236}">
                <a16:creationId xmlns:a16="http://schemas.microsoft.com/office/drawing/2014/main" id="{611CB027-680B-D3BA-7571-49617633667B}"/>
              </a:ext>
            </a:extLst>
          </p:cNvPr>
          <p:cNvSpPr>
            <a:spLocks noChangeArrowheads="1"/>
          </p:cNvSpPr>
          <p:nvPr/>
        </p:nvSpPr>
        <p:spPr bwMode="auto">
          <a:xfrm>
            <a:off x="3200400" y="4572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12</a:t>
            </a:r>
          </a:p>
        </p:txBody>
      </p:sp>
      <p:sp>
        <p:nvSpPr>
          <p:cNvPr id="137311" name="Rectangle 95">
            <a:extLst>
              <a:ext uri="{FF2B5EF4-FFF2-40B4-BE49-F238E27FC236}">
                <a16:creationId xmlns:a16="http://schemas.microsoft.com/office/drawing/2014/main" id="{E3842CF9-4477-0712-D9DF-988913C7F7EB}"/>
              </a:ext>
            </a:extLst>
          </p:cNvPr>
          <p:cNvSpPr>
            <a:spLocks noChangeArrowheads="1"/>
          </p:cNvSpPr>
          <p:nvPr/>
        </p:nvSpPr>
        <p:spPr bwMode="auto">
          <a:xfrm>
            <a:off x="3200400" y="4876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13</a:t>
            </a:r>
          </a:p>
        </p:txBody>
      </p:sp>
      <p:sp>
        <p:nvSpPr>
          <p:cNvPr id="137312" name="Rectangle 96">
            <a:extLst>
              <a:ext uri="{FF2B5EF4-FFF2-40B4-BE49-F238E27FC236}">
                <a16:creationId xmlns:a16="http://schemas.microsoft.com/office/drawing/2014/main" id="{F93E1ADF-AE19-B2FB-B55B-99F72FE97206}"/>
              </a:ext>
            </a:extLst>
          </p:cNvPr>
          <p:cNvSpPr>
            <a:spLocks noChangeArrowheads="1"/>
          </p:cNvSpPr>
          <p:nvPr/>
        </p:nvSpPr>
        <p:spPr bwMode="auto">
          <a:xfrm>
            <a:off x="3200400" y="5181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14</a:t>
            </a:r>
          </a:p>
        </p:txBody>
      </p:sp>
      <p:sp>
        <p:nvSpPr>
          <p:cNvPr id="137313" name="Rectangle 97">
            <a:extLst>
              <a:ext uri="{FF2B5EF4-FFF2-40B4-BE49-F238E27FC236}">
                <a16:creationId xmlns:a16="http://schemas.microsoft.com/office/drawing/2014/main" id="{8B25B965-BACD-B46A-A56C-C9E367D88498}"/>
              </a:ext>
            </a:extLst>
          </p:cNvPr>
          <p:cNvSpPr>
            <a:spLocks noChangeArrowheads="1"/>
          </p:cNvSpPr>
          <p:nvPr/>
        </p:nvSpPr>
        <p:spPr bwMode="auto">
          <a:xfrm>
            <a:off x="3200400" y="5486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15</a:t>
            </a:r>
          </a:p>
        </p:txBody>
      </p:sp>
      <p:sp>
        <p:nvSpPr>
          <p:cNvPr id="137314" name="Rectangle 98">
            <a:extLst>
              <a:ext uri="{FF2B5EF4-FFF2-40B4-BE49-F238E27FC236}">
                <a16:creationId xmlns:a16="http://schemas.microsoft.com/office/drawing/2014/main" id="{D7C96CDE-8F2B-A5C6-83F5-542B34FB6CCA}"/>
              </a:ext>
            </a:extLst>
          </p:cNvPr>
          <p:cNvSpPr>
            <a:spLocks noChangeArrowheads="1"/>
          </p:cNvSpPr>
          <p:nvPr/>
        </p:nvSpPr>
        <p:spPr bwMode="auto">
          <a:xfrm>
            <a:off x="3200400" y="5791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16</a:t>
            </a:r>
          </a:p>
        </p:txBody>
      </p:sp>
      <p:sp>
        <p:nvSpPr>
          <p:cNvPr id="137315" name="Rectangle 99">
            <a:extLst>
              <a:ext uri="{FF2B5EF4-FFF2-40B4-BE49-F238E27FC236}">
                <a16:creationId xmlns:a16="http://schemas.microsoft.com/office/drawing/2014/main" id="{106F3171-0BEC-4ACB-5186-33E0F4E53735}"/>
              </a:ext>
            </a:extLst>
          </p:cNvPr>
          <p:cNvSpPr>
            <a:spLocks noChangeArrowheads="1"/>
          </p:cNvSpPr>
          <p:nvPr/>
        </p:nvSpPr>
        <p:spPr bwMode="auto">
          <a:xfrm>
            <a:off x="4419600" y="1219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a:t>
            </a:r>
          </a:p>
        </p:txBody>
      </p:sp>
      <p:sp>
        <p:nvSpPr>
          <p:cNvPr id="137316" name="Rectangle 100">
            <a:extLst>
              <a:ext uri="{FF2B5EF4-FFF2-40B4-BE49-F238E27FC236}">
                <a16:creationId xmlns:a16="http://schemas.microsoft.com/office/drawing/2014/main" id="{F1A28DEE-B927-A1DA-B5A0-7A62B45B023E}"/>
              </a:ext>
            </a:extLst>
          </p:cNvPr>
          <p:cNvSpPr>
            <a:spLocks noChangeArrowheads="1"/>
          </p:cNvSpPr>
          <p:nvPr/>
        </p:nvSpPr>
        <p:spPr bwMode="auto">
          <a:xfrm>
            <a:off x="4419600" y="1524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2</a:t>
            </a:r>
          </a:p>
        </p:txBody>
      </p:sp>
      <p:sp>
        <p:nvSpPr>
          <p:cNvPr id="137317" name="Rectangle 101">
            <a:extLst>
              <a:ext uri="{FF2B5EF4-FFF2-40B4-BE49-F238E27FC236}">
                <a16:creationId xmlns:a16="http://schemas.microsoft.com/office/drawing/2014/main" id="{8CD9BAD4-2813-EED6-8276-2AC97F327908}"/>
              </a:ext>
            </a:extLst>
          </p:cNvPr>
          <p:cNvSpPr>
            <a:spLocks noChangeArrowheads="1"/>
          </p:cNvSpPr>
          <p:nvPr/>
        </p:nvSpPr>
        <p:spPr bwMode="auto">
          <a:xfrm>
            <a:off x="4419600" y="1828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3</a:t>
            </a:r>
          </a:p>
        </p:txBody>
      </p:sp>
      <p:sp>
        <p:nvSpPr>
          <p:cNvPr id="137318" name="Rectangle 102">
            <a:extLst>
              <a:ext uri="{FF2B5EF4-FFF2-40B4-BE49-F238E27FC236}">
                <a16:creationId xmlns:a16="http://schemas.microsoft.com/office/drawing/2014/main" id="{F9DBD026-BFA7-D1D6-4D0F-9EE3F685C7D1}"/>
              </a:ext>
            </a:extLst>
          </p:cNvPr>
          <p:cNvSpPr>
            <a:spLocks noChangeArrowheads="1"/>
          </p:cNvSpPr>
          <p:nvPr/>
        </p:nvSpPr>
        <p:spPr bwMode="auto">
          <a:xfrm>
            <a:off x="4419600" y="2133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4</a:t>
            </a:r>
          </a:p>
        </p:txBody>
      </p:sp>
      <p:sp>
        <p:nvSpPr>
          <p:cNvPr id="137319" name="Rectangle 103">
            <a:extLst>
              <a:ext uri="{FF2B5EF4-FFF2-40B4-BE49-F238E27FC236}">
                <a16:creationId xmlns:a16="http://schemas.microsoft.com/office/drawing/2014/main" id="{40A16C6E-E14C-DE8C-ED7B-F9A27FF7AA54}"/>
              </a:ext>
            </a:extLst>
          </p:cNvPr>
          <p:cNvSpPr>
            <a:spLocks noChangeArrowheads="1"/>
          </p:cNvSpPr>
          <p:nvPr/>
        </p:nvSpPr>
        <p:spPr bwMode="auto">
          <a:xfrm>
            <a:off x="4419600" y="2438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5</a:t>
            </a:r>
          </a:p>
        </p:txBody>
      </p:sp>
      <p:sp>
        <p:nvSpPr>
          <p:cNvPr id="137320" name="Rectangle 104">
            <a:extLst>
              <a:ext uri="{FF2B5EF4-FFF2-40B4-BE49-F238E27FC236}">
                <a16:creationId xmlns:a16="http://schemas.microsoft.com/office/drawing/2014/main" id="{30543F99-E953-511D-2389-313A50337962}"/>
              </a:ext>
            </a:extLst>
          </p:cNvPr>
          <p:cNvSpPr>
            <a:spLocks noChangeArrowheads="1"/>
          </p:cNvSpPr>
          <p:nvPr/>
        </p:nvSpPr>
        <p:spPr bwMode="auto">
          <a:xfrm>
            <a:off x="4419600" y="2743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6</a:t>
            </a:r>
          </a:p>
        </p:txBody>
      </p:sp>
      <p:sp>
        <p:nvSpPr>
          <p:cNvPr id="137321" name="Rectangle 105">
            <a:extLst>
              <a:ext uri="{FF2B5EF4-FFF2-40B4-BE49-F238E27FC236}">
                <a16:creationId xmlns:a16="http://schemas.microsoft.com/office/drawing/2014/main" id="{C6366466-6AFA-FA87-6D14-BD593E0EA550}"/>
              </a:ext>
            </a:extLst>
          </p:cNvPr>
          <p:cNvSpPr>
            <a:spLocks noChangeArrowheads="1"/>
          </p:cNvSpPr>
          <p:nvPr/>
        </p:nvSpPr>
        <p:spPr bwMode="auto">
          <a:xfrm>
            <a:off x="4419600" y="3048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7</a:t>
            </a:r>
          </a:p>
        </p:txBody>
      </p:sp>
      <p:sp>
        <p:nvSpPr>
          <p:cNvPr id="137322" name="Rectangle 106">
            <a:extLst>
              <a:ext uri="{FF2B5EF4-FFF2-40B4-BE49-F238E27FC236}">
                <a16:creationId xmlns:a16="http://schemas.microsoft.com/office/drawing/2014/main" id="{9986AC0A-E650-6AA8-B160-6861BB3DCB4A}"/>
              </a:ext>
            </a:extLst>
          </p:cNvPr>
          <p:cNvSpPr>
            <a:spLocks noChangeArrowheads="1"/>
          </p:cNvSpPr>
          <p:nvPr/>
        </p:nvSpPr>
        <p:spPr bwMode="auto">
          <a:xfrm>
            <a:off x="4419600" y="3352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8</a:t>
            </a:r>
          </a:p>
        </p:txBody>
      </p:sp>
      <p:sp>
        <p:nvSpPr>
          <p:cNvPr id="137323" name="Rectangle 107">
            <a:extLst>
              <a:ext uri="{FF2B5EF4-FFF2-40B4-BE49-F238E27FC236}">
                <a16:creationId xmlns:a16="http://schemas.microsoft.com/office/drawing/2014/main" id="{ED562A5D-5902-0769-9E3E-A575032DAA8B}"/>
              </a:ext>
            </a:extLst>
          </p:cNvPr>
          <p:cNvSpPr>
            <a:spLocks noChangeArrowheads="1"/>
          </p:cNvSpPr>
          <p:nvPr/>
        </p:nvSpPr>
        <p:spPr bwMode="auto">
          <a:xfrm>
            <a:off x="4419600" y="3657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9</a:t>
            </a:r>
          </a:p>
        </p:txBody>
      </p:sp>
      <p:sp>
        <p:nvSpPr>
          <p:cNvPr id="137324" name="Rectangle 108">
            <a:extLst>
              <a:ext uri="{FF2B5EF4-FFF2-40B4-BE49-F238E27FC236}">
                <a16:creationId xmlns:a16="http://schemas.microsoft.com/office/drawing/2014/main" id="{888EE726-1B0F-172C-FE8C-D5485E39D4A4}"/>
              </a:ext>
            </a:extLst>
          </p:cNvPr>
          <p:cNvSpPr>
            <a:spLocks noChangeArrowheads="1"/>
          </p:cNvSpPr>
          <p:nvPr/>
        </p:nvSpPr>
        <p:spPr bwMode="auto">
          <a:xfrm>
            <a:off x="4419600" y="3962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10</a:t>
            </a:r>
          </a:p>
        </p:txBody>
      </p:sp>
      <p:sp>
        <p:nvSpPr>
          <p:cNvPr id="137325" name="Rectangle 109">
            <a:extLst>
              <a:ext uri="{FF2B5EF4-FFF2-40B4-BE49-F238E27FC236}">
                <a16:creationId xmlns:a16="http://schemas.microsoft.com/office/drawing/2014/main" id="{CA116AA6-660B-64D6-4415-8ED30E43EEA7}"/>
              </a:ext>
            </a:extLst>
          </p:cNvPr>
          <p:cNvSpPr>
            <a:spLocks noChangeArrowheads="1"/>
          </p:cNvSpPr>
          <p:nvPr/>
        </p:nvSpPr>
        <p:spPr bwMode="auto">
          <a:xfrm>
            <a:off x="4419600" y="4267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11</a:t>
            </a:r>
          </a:p>
        </p:txBody>
      </p:sp>
      <p:sp>
        <p:nvSpPr>
          <p:cNvPr id="137326" name="Rectangle 110">
            <a:extLst>
              <a:ext uri="{FF2B5EF4-FFF2-40B4-BE49-F238E27FC236}">
                <a16:creationId xmlns:a16="http://schemas.microsoft.com/office/drawing/2014/main" id="{57F538F9-4471-9ADA-BC12-3F2A9D5EF408}"/>
              </a:ext>
            </a:extLst>
          </p:cNvPr>
          <p:cNvSpPr>
            <a:spLocks noChangeArrowheads="1"/>
          </p:cNvSpPr>
          <p:nvPr/>
        </p:nvSpPr>
        <p:spPr bwMode="auto">
          <a:xfrm>
            <a:off x="4419600" y="4572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12</a:t>
            </a:r>
          </a:p>
        </p:txBody>
      </p:sp>
      <p:sp>
        <p:nvSpPr>
          <p:cNvPr id="137327" name="Rectangle 111">
            <a:extLst>
              <a:ext uri="{FF2B5EF4-FFF2-40B4-BE49-F238E27FC236}">
                <a16:creationId xmlns:a16="http://schemas.microsoft.com/office/drawing/2014/main" id="{9BBA8A30-8482-898B-FEB3-48202F029E46}"/>
              </a:ext>
            </a:extLst>
          </p:cNvPr>
          <p:cNvSpPr>
            <a:spLocks noChangeArrowheads="1"/>
          </p:cNvSpPr>
          <p:nvPr/>
        </p:nvSpPr>
        <p:spPr bwMode="auto">
          <a:xfrm>
            <a:off x="4419600" y="4876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13</a:t>
            </a:r>
          </a:p>
        </p:txBody>
      </p:sp>
      <p:sp>
        <p:nvSpPr>
          <p:cNvPr id="137328" name="Rectangle 112">
            <a:extLst>
              <a:ext uri="{FF2B5EF4-FFF2-40B4-BE49-F238E27FC236}">
                <a16:creationId xmlns:a16="http://schemas.microsoft.com/office/drawing/2014/main" id="{90C469B0-89C8-1C22-2C1E-0727B57AC94F}"/>
              </a:ext>
            </a:extLst>
          </p:cNvPr>
          <p:cNvSpPr>
            <a:spLocks noChangeArrowheads="1"/>
          </p:cNvSpPr>
          <p:nvPr/>
        </p:nvSpPr>
        <p:spPr bwMode="auto">
          <a:xfrm>
            <a:off x="4419600" y="5181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14</a:t>
            </a:r>
          </a:p>
        </p:txBody>
      </p:sp>
      <p:sp>
        <p:nvSpPr>
          <p:cNvPr id="137329" name="Rectangle 113">
            <a:extLst>
              <a:ext uri="{FF2B5EF4-FFF2-40B4-BE49-F238E27FC236}">
                <a16:creationId xmlns:a16="http://schemas.microsoft.com/office/drawing/2014/main" id="{F589328C-B0A2-C39F-15AF-1A8260B2198C}"/>
              </a:ext>
            </a:extLst>
          </p:cNvPr>
          <p:cNvSpPr>
            <a:spLocks noChangeArrowheads="1"/>
          </p:cNvSpPr>
          <p:nvPr/>
        </p:nvSpPr>
        <p:spPr bwMode="auto">
          <a:xfrm>
            <a:off x="4419600" y="5486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15</a:t>
            </a:r>
          </a:p>
        </p:txBody>
      </p:sp>
      <p:sp>
        <p:nvSpPr>
          <p:cNvPr id="137330" name="Rectangle 114">
            <a:extLst>
              <a:ext uri="{FF2B5EF4-FFF2-40B4-BE49-F238E27FC236}">
                <a16:creationId xmlns:a16="http://schemas.microsoft.com/office/drawing/2014/main" id="{66289F16-DA0D-AD01-ECFD-42C2E271B635}"/>
              </a:ext>
            </a:extLst>
          </p:cNvPr>
          <p:cNvSpPr>
            <a:spLocks noChangeArrowheads="1"/>
          </p:cNvSpPr>
          <p:nvPr/>
        </p:nvSpPr>
        <p:spPr bwMode="auto">
          <a:xfrm>
            <a:off x="4419600" y="5791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16</a:t>
            </a:r>
          </a:p>
        </p:txBody>
      </p:sp>
      <p:sp>
        <p:nvSpPr>
          <p:cNvPr id="137331" name="Rectangle 115">
            <a:extLst>
              <a:ext uri="{FF2B5EF4-FFF2-40B4-BE49-F238E27FC236}">
                <a16:creationId xmlns:a16="http://schemas.microsoft.com/office/drawing/2014/main" id="{62D196A2-3F47-2C71-4355-B75B0E827B99}"/>
              </a:ext>
            </a:extLst>
          </p:cNvPr>
          <p:cNvSpPr>
            <a:spLocks noChangeArrowheads="1"/>
          </p:cNvSpPr>
          <p:nvPr/>
        </p:nvSpPr>
        <p:spPr bwMode="auto">
          <a:xfrm>
            <a:off x="5638800" y="1219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a:t>
            </a:r>
          </a:p>
        </p:txBody>
      </p:sp>
      <p:sp>
        <p:nvSpPr>
          <p:cNvPr id="137332" name="Rectangle 116">
            <a:extLst>
              <a:ext uri="{FF2B5EF4-FFF2-40B4-BE49-F238E27FC236}">
                <a16:creationId xmlns:a16="http://schemas.microsoft.com/office/drawing/2014/main" id="{C2D84B80-3F24-0391-9A31-F8B8790759A6}"/>
              </a:ext>
            </a:extLst>
          </p:cNvPr>
          <p:cNvSpPr>
            <a:spLocks noChangeArrowheads="1"/>
          </p:cNvSpPr>
          <p:nvPr/>
        </p:nvSpPr>
        <p:spPr bwMode="auto">
          <a:xfrm>
            <a:off x="5638800" y="1524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2</a:t>
            </a:r>
          </a:p>
        </p:txBody>
      </p:sp>
      <p:sp>
        <p:nvSpPr>
          <p:cNvPr id="137333" name="Rectangle 117">
            <a:extLst>
              <a:ext uri="{FF2B5EF4-FFF2-40B4-BE49-F238E27FC236}">
                <a16:creationId xmlns:a16="http://schemas.microsoft.com/office/drawing/2014/main" id="{8B1DF119-5827-8239-F497-A33CF4E1660D}"/>
              </a:ext>
            </a:extLst>
          </p:cNvPr>
          <p:cNvSpPr>
            <a:spLocks noChangeArrowheads="1"/>
          </p:cNvSpPr>
          <p:nvPr/>
        </p:nvSpPr>
        <p:spPr bwMode="auto">
          <a:xfrm>
            <a:off x="5638800" y="1828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3</a:t>
            </a:r>
          </a:p>
        </p:txBody>
      </p:sp>
      <p:sp>
        <p:nvSpPr>
          <p:cNvPr id="137334" name="Rectangle 118">
            <a:extLst>
              <a:ext uri="{FF2B5EF4-FFF2-40B4-BE49-F238E27FC236}">
                <a16:creationId xmlns:a16="http://schemas.microsoft.com/office/drawing/2014/main" id="{EE8041CC-3C31-5710-6BBC-6EC71110AF4B}"/>
              </a:ext>
            </a:extLst>
          </p:cNvPr>
          <p:cNvSpPr>
            <a:spLocks noChangeArrowheads="1"/>
          </p:cNvSpPr>
          <p:nvPr/>
        </p:nvSpPr>
        <p:spPr bwMode="auto">
          <a:xfrm>
            <a:off x="5638800" y="2133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4</a:t>
            </a:r>
          </a:p>
        </p:txBody>
      </p:sp>
      <p:sp>
        <p:nvSpPr>
          <p:cNvPr id="137335" name="Rectangle 119">
            <a:extLst>
              <a:ext uri="{FF2B5EF4-FFF2-40B4-BE49-F238E27FC236}">
                <a16:creationId xmlns:a16="http://schemas.microsoft.com/office/drawing/2014/main" id="{C13D477D-0803-E46B-6471-A29A5A1AB839}"/>
              </a:ext>
            </a:extLst>
          </p:cNvPr>
          <p:cNvSpPr>
            <a:spLocks noChangeArrowheads="1"/>
          </p:cNvSpPr>
          <p:nvPr/>
        </p:nvSpPr>
        <p:spPr bwMode="auto">
          <a:xfrm>
            <a:off x="5638800" y="2438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5</a:t>
            </a:r>
          </a:p>
        </p:txBody>
      </p:sp>
      <p:sp>
        <p:nvSpPr>
          <p:cNvPr id="137336" name="Rectangle 120">
            <a:extLst>
              <a:ext uri="{FF2B5EF4-FFF2-40B4-BE49-F238E27FC236}">
                <a16:creationId xmlns:a16="http://schemas.microsoft.com/office/drawing/2014/main" id="{487C9AC6-E502-4B87-26CF-1BA1C4E12A44}"/>
              </a:ext>
            </a:extLst>
          </p:cNvPr>
          <p:cNvSpPr>
            <a:spLocks noChangeArrowheads="1"/>
          </p:cNvSpPr>
          <p:nvPr/>
        </p:nvSpPr>
        <p:spPr bwMode="auto">
          <a:xfrm>
            <a:off x="5638800" y="2743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6</a:t>
            </a:r>
          </a:p>
        </p:txBody>
      </p:sp>
      <p:sp>
        <p:nvSpPr>
          <p:cNvPr id="137337" name="Rectangle 121">
            <a:extLst>
              <a:ext uri="{FF2B5EF4-FFF2-40B4-BE49-F238E27FC236}">
                <a16:creationId xmlns:a16="http://schemas.microsoft.com/office/drawing/2014/main" id="{79B1578F-08FD-96D5-769A-C4C0DF968E84}"/>
              </a:ext>
            </a:extLst>
          </p:cNvPr>
          <p:cNvSpPr>
            <a:spLocks noChangeArrowheads="1"/>
          </p:cNvSpPr>
          <p:nvPr/>
        </p:nvSpPr>
        <p:spPr bwMode="auto">
          <a:xfrm>
            <a:off x="5638800" y="3048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7</a:t>
            </a:r>
          </a:p>
        </p:txBody>
      </p:sp>
      <p:sp>
        <p:nvSpPr>
          <p:cNvPr id="137338" name="Rectangle 122">
            <a:extLst>
              <a:ext uri="{FF2B5EF4-FFF2-40B4-BE49-F238E27FC236}">
                <a16:creationId xmlns:a16="http://schemas.microsoft.com/office/drawing/2014/main" id="{39746BF3-558F-569E-6098-3068F17BF7F8}"/>
              </a:ext>
            </a:extLst>
          </p:cNvPr>
          <p:cNvSpPr>
            <a:spLocks noChangeArrowheads="1"/>
          </p:cNvSpPr>
          <p:nvPr/>
        </p:nvSpPr>
        <p:spPr bwMode="auto">
          <a:xfrm>
            <a:off x="5638800" y="3352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8</a:t>
            </a:r>
          </a:p>
        </p:txBody>
      </p:sp>
      <p:sp>
        <p:nvSpPr>
          <p:cNvPr id="137339" name="Rectangle 123">
            <a:extLst>
              <a:ext uri="{FF2B5EF4-FFF2-40B4-BE49-F238E27FC236}">
                <a16:creationId xmlns:a16="http://schemas.microsoft.com/office/drawing/2014/main" id="{5F38A58D-F2E1-1FE2-1F57-00596702188B}"/>
              </a:ext>
            </a:extLst>
          </p:cNvPr>
          <p:cNvSpPr>
            <a:spLocks noChangeArrowheads="1"/>
          </p:cNvSpPr>
          <p:nvPr/>
        </p:nvSpPr>
        <p:spPr bwMode="auto">
          <a:xfrm>
            <a:off x="5638800" y="3657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9</a:t>
            </a:r>
          </a:p>
        </p:txBody>
      </p:sp>
      <p:sp>
        <p:nvSpPr>
          <p:cNvPr id="137340" name="Rectangle 124">
            <a:extLst>
              <a:ext uri="{FF2B5EF4-FFF2-40B4-BE49-F238E27FC236}">
                <a16:creationId xmlns:a16="http://schemas.microsoft.com/office/drawing/2014/main" id="{B26EB4C0-CD06-01E7-E3AD-832309C22864}"/>
              </a:ext>
            </a:extLst>
          </p:cNvPr>
          <p:cNvSpPr>
            <a:spLocks noChangeArrowheads="1"/>
          </p:cNvSpPr>
          <p:nvPr/>
        </p:nvSpPr>
        <p:spPr bwMode="auto">
          <a:xfrm>
            <a:off x="5638800" y="3962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10</a:t>
            </a:r>
          </a:p>
        </p:txBody>
      </p:sp>
      <p:sp>
        <p:nvSpPr>
          <p:cNvPr id="137341" name="Rectangle 125">
            <a:extLst>
              <a:ext uri="{FF2B5EF4-FFF2-40B4-BE49-F238E27FC236}">
                <a16:creationId xmlns:a16="http://schemas.microsoft.com/office/drawing/2014/main" id="{32CDB99E-53F1-B3E2-C81C-65944BBA214F}"/>
              </a:ext>
            </a:extLst>
          </p:cNvPr>
          <p:cNvSpPr>
            <a:spLocks noChangeArrowheads="1"/>
          </p:cNvSpPr>
          <p:nvPr/>
        </p:nvSpPr>
        <p:spPr bwMode="auto">
          <a:xfrm>
            <a:off x="5638800" y="4267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11</a:t>
            </a:r>
          </a:p>
        </p:txBody>
      </p:sp>
      <p:sp>
        <p:nvSpPr>
          <p:cNvPr id="137342" name="Rectangle 126">
            <a:extLst>
              <a:ext uri="{FF2B5EF4-FFF2-40B4-BE49-F238E27FC236}">
                <a16:creationId xmlns:a16="http://schemas.microsoft.com/office/drawing/2014/main" id="{ABE6670C-167E-FC0B-7B50-2FACD17BC15B}"/>
              </a:ext>
            </a:extLst>
          </p:cNvPr>
          <p:cNvSpPr>
            <a:spLocks noChangeArrowheads="1"/>
          </p:cNvSpPr>
          <p:nvPr/>
        </p:nvSpPr>
        <p:spPr bwMode="auto">
          <a:xfrm>
            <a:off x="5638800" y="4572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12</a:t>
            </a:r>
          </a:p>
        </p:txBody>
      </p:sp>
      <p:sp>
        <p:nvSpPr>
          <p:cNvPr id="137343" name="Rectangle 127">
            <a:extLst>
              <a:ext uri="{FF2B5EF4-FFF2-40B4-BE49-F238E27FC236}">
                <a16:creationId xmlns:a16="http://schemas.microsoft.com/office/drawing/2014/main" id="{70871455-25AD-21E8-E9F7-4088A3A681D6}"/>
              </a:ext>
            </a:extLst>
          </p:cNvPr>
          <p:cNvSpPr>
            <a:spLocks noChangeArrowheads="1"/>
          </p:cNvSpPr>
          <p:nvPr/>
        </p:nvSpPr>
        <p:spPr bwMode="auto">
          <a:xfrm>
            <a:off x="5638800" y="4876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13</a:t>
            </a:r>
          </a:p>
        </p:txBody>
      </p:sp>
      <p:sp>
        <p:nvSpPr>
          <p:cNvPr id="137344" name="Rectangle 128">
            <a:extLst>
              <a:ext uri="{FF2B5EF4-FFF2-40B4-BE49-F238E27FC236}">
                <a16:creationId xmlns:a16="http://schemas.microsoft.com/office/drawing/2014/main" id="{302325E4-4B9F-7A0F-0266-12B72CB4E48B}"/>
              </a:ext>
            </a:extLst>
          </p:cNvPr>
          <p:cNvSpPr>
            <a:spLocks noChangeArrowheads="1"/>
          </p:cNvSpPr>
          <p:nvPr/>
        </p:nvSpPr>
        <p:spPr bwMode="auto">
          <a:xfrm>
            <a:off x="5638800" y="5181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14</a:t>
            </a:r>
          </a:p>
        </p:txBody>
      </p:sp>
      <p:sp>
        <p:nvSpPr>
          <p:cNvPr id="137345" name="Rectangle 129">
            <a:extLst>
              <a:ext uri="{FF2B5EF4-FFF2-40B4-BE49-F238E27FC236}">
                <a16:creationId xmlns:a16="http://schemas.microsoft.com/office/drawing/2014/main" id="{3BEFF578-2706-C43B-4BC5-20DC1DEB0728}"/>
              </a:ext>
            </a:extLst>
          </p:cNvPr>
          <p:cNvSpPr>
            <a:spLocks noChangeArrowheads="1"/>
          </p:cNvSpPr>
          <p:nvPr/>
        </p:nvSpPr>
        <p:spPr bwMode="auto">
          <a:xfrm>
            <a:off x="5638800" y="5486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15</a:t>
            </a:r>
          </a:p>
        </p:txBody>
      </p:sp>
      <p:sp>
        <p:nvSpPr>
          <p:cNvPr id="137346" name="Rectangle 130">
            <a:extLst>
              <a:ext uri="{FF2B5EF4-FFF2-40B4-BE49-F238E27FC236}">
                <a16:creationId xmlns:a16="http://schemas.microsoft.com/office/drawing/2014/main" id="{750859EE-071F-D266-725D-9EF463594BD0}"/>
              </a:ext>
            </a:extLst>
          </p:cNvPr>
          <p:cNvSpPr>
            <a:spLocks noChangeArrowheads="1"/>
          </p:cNvSpPr>
          <p:nvPr/>
        </p:nvSpPr>
        <p:spPr bwMode="auto">
          <a:xfrm>
            <a:off x="5638800" y="5791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solidFill>
                  <a:schemeClr val="bg1"/>
                </a:solidFill>
                <a:latin typeface="Arial" panose="020B0604020202020204" pitchFamily="34" charset="0"/>
                <a:cs typeface="Arial" panose="020B0604020202020204" pitchFamily="34" charset="0"/>
              </a:rPr>
              <a:t>16</a:t>
            </a:r>
          </a:p>
        </p:txBody>
      </p:sp>
      <p:sp>
        <p:nvSpPr>
          <p:cNvPr id="137347" name="Line 131">
            <a:extLst>
              <a:ext uri="{FF2B5EF4-FFF2-40B4-BE49-F238E27FC236}">
                <a16:creationId xmlns:a16="http://schemas.microsoft.com/office/drawing/2014/main" id="{C6CC2C96-6A32-6739-1B00-0514A70B1251}"/>
              </a:ext>
            </a:extLst>
          </p:cNvPr>
          <p:cNvSpPr>
            <a:spLocks noChangeShapeType="1"/>
          </p:cNvSpPr>
          <p:nvPr/>
        </p:nvSpPr>
        <p:spPr bwMode="auto">
          <a:xfrm>
            <a:off x="1066800" y="1371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48" name="Line 132">
            <a:extLst>
              <a:ext uri="{FF2B5EF4-FFF2-40B4-BE49-F238E27FC236}">
                <a16:creationId xmlns:a16="http://schemas.microsoft.com/office/drawing/2014/main" id="{0746CCF2-BA7E-D3E4-23E1-B7F792AE1DCC}"/>
              </a:ext>
            </a:extLst>
          </p:cNvPr>
          <p:cNvSpPr>
            <a:spLocks noChangeShapeType="1"/>
          </p:cNvSpPr>
          <p:nvPr/>
        </p:nvSpPr>
        <p:spPr bwMode="auto">
          <a:xfrm>
            <a:off x="1066800" y="1676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49" name="Line 133">
            <a:extLst>
              <a:ext uri="{FF2B5EF4-FFF2-40B4-BE49-F238E27FC236}">
                <a16:creationId xmlns:a16="http://schemas.microsoft.com/office/drawing/2014/main" id="{F1652AF1-2224-7F27-9657-D3168761F262}"/>
              </a:ext>
            </a:extLst>
          </p:cNvPr>
          <p:cNvSpPr>
            <a:spLocks noChangeShapeType="1"/>
          </p:cNvSpPr>
          <p:nvPr/>
        </p:nvSpPr>
        <p:spPr bwMode="auto">
          <a:xfrm>
            <a:off x="1066800" y="1981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0" name="Line 134">
            <a:extLst>
              <a:ext uri="{FF2B5EF4-FFF2-40B4-BE49-F238E27FC236}">
                <a16:creationId xmlns:a16="http://schemas.microsoft.com/office/drawing/2014/main" id="{9A6448B5-AEE8-E994-CDAF-8035E6024FD0}"/>
              </a:ext>
            </a:extLst>
          </p:cNvPr>
          <p:cNvSpPr>
            <a:spLocks noChangeShapeType="1"/>
          </p:cNvSpPr>
          <p:nvPr/>
        </p:nvSpPr>
        <p:spPr bwMode="auto">
          <a:xfrm>
            <a:off x="1066800" y="2286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1" name="Line 135">
            <a:extLst>
              <a:ext uri="{FF2B5EF4-FFF2-40B4-BE49-F238E27FC236}">
                <a16:creationId xmlns:a16="http://schemas.microsoft.com/office/drawing/2014/main" id="{046B3DD6-6456-FBDF-826F-CF91E14DC830}"/>
              </a:ext>
            </a:extLst>
          </p:cNvPr>
          <p:cNvSpPr>
            <a:spLocks noChangeShapeType="1"/>
          </p:cNvSpPr>
          <p:nvPr/>
        </p:nvSpPr>
        <p:spPr bwMode="auto">
          <a:xfrm>
            <a:off x="1066800" y="2590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2" name="Line 136">
            <a:extLst>
              <a:ext uri="{FF2B5EF4-FFF2-40B4-BE49-F238E27FC236}">
                <a16:creationId xmlns:a16="http://schemas.microsoft.com/office/drawing/2014/main" id="{E2A29910-FB40-4E89-35EE-018233BCC2EC}"/>
              </a:ext>
            </a:extLst>
          </p:cNvPr>
          <p:cNvSpPr>
            <a:spLocks noChangeShapeType="1"/>
          </p:cNvSpPr>
          <p:nvPr/>
        </p:nvSpPr>
        <p:spPr bwMode="auto">
          <a:xfrm>
            <a:off x="1066800" y="2895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3" name="Line 137">
            <a:extLst>
              <a:ext uri="{FF2B5EF4-FFF2-40B4-BE49-F238E27FC236}">
                <a16:creationId xmlns:a16="http://schemas.microsoft.com/office/drawing/2014/main" id="{48BB184D-196C-4712-FD08-5817E4869690}"/>
              </a:ext>
            </a:extLst>
          </p:cNvPr>
          <p:cNvSpPr>
            <a:spLocks noChangeShapeType="1"/>
          </p:cNvSpPr>
          <p:nvPr/>
        </p:nvSpPr>
        <p:spPr bwMode="auto">
          <a:xfrm>
            <a:off x="1066800" y="3200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4" name="Line 138">
            <a:extLst>
              <a:ext uri="{FF2B5EF4-FFF2-40B4-BE49-F238E27FC236}">
                <a16:creationId xmlns:a16="http://schemas.microsoft.com/office/drawing/2014/main" id="{F151B31D-2FD4-A67D-5916-B86D4FDBE1E8}"/>
              </a:ext>
            </a:extLst>
          </p:cNvPr>
          <p:cNvSpPr>
            <a:spLocks noChangeShapeType="1"/>
          </p:cNvSpPr>
          <p:nvPr/>
        </p:nvSpPr>
        <p:spPr bwMode="auto">
          <a:xfrm>
            <a:off x="1066800" y="3505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5" name="Line 139">
            <a:extLst>
              <a:ext uri="{FF2B5EF4-FFF2-40B4-BE49-F238E27FC236}">
                <a16:creationId xmlns:a16="http://schemas.microsoft.com/office/drawing/2014/main" id="{7DB21D28-9429-F59B-31D5-1891BF869340}"/>
              </a:ext>
            </a:extLst>
          </p:cNvPr>
          <p:cNvSpPr>
            <a:spLocks noChangeShapeType="1"/>
          </p:cNvSpPr>
          <p:nvPr/>
        </p:nvSpPr>
        <p:spPr bwMode="auto">
          <a:xfrm>
            <a:off x="1066800" y="3810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6" name="Line 140">
            <a:extLst>
              <a:ext uri="{FF2B5EF4-FFF2-40B4-BE49-F238E27FC236}">
                <a16:creationId xmlns:a16="http://schemas.microsoft.com/office/drawing/2014/main" id="{29FAEC63-C28C-C069-D5C6-48BE0F7F390F}"/>
              </a:ext>
            </a:extLst>
          </p:cNvPr>
          <p:cNvSpPr>
            <a:spLocks noChangeShapeType="1"/>
          </p:cNvSpPr>
          <p:nvPr/>
        </p:nvSpPr>
        <p:spPr bwMode="auto">
          <a:xfrm>
            <a:off x="1066800" y="4114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7" name="Line 141">
            <a:extLst>
              <a:ext uri="{FF2B5EF4-FFF2-40B4-BE49-F238E27FC236}">
                <a16:creationId xmlns:a16="http://schemas.microsoft.com/office/drawing/2014/main" id="{4E024265-96B7-0098-AB70-B4F95BDEB166}"/>
              </a:ext>
            </a:extLst>
          </p:cNvPr>
          <p:cNvSpPr>
            <a:spLocks noChangeShapeType="1"/>
          </p:cNvSpPr>
          <p:nvPr/>
        </p:nvSpPr>
        <p:spPr bwMode="auto">
          <a:xfrm>
            <a:off x="1066800" y="4419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8" name="Line 142">
            <a:extLst>
              <a:ext uri="{FF2B5EF4-FFF2-40B4-BE49-F238E27FC236}">
                <a16:creationId xmlns:a16="http://schemas.microsoft.com/office/drawing/2014/main" id="{FF1F2A4F-B7D2-20AE-E3DC-4B3CE057FC9A}"/>
              </a:ext>
            </a:extLst>
          </p:cNvPr>
          <p:cNvSpPr>
            <a:spLocks noChangeShapeType="1"/>
          </p:cNvSpPr>
          <p:nvPr/>
        </p:nvSpPr>
        <p:spPr bwMode="auto">
          <a:xfrm>
            <a:off x="1066800" y="4724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59" name="Line 143">
            <a:extLst>
              <a:ext uri="{FF2B5EF4-FFF2-40B4-BE49-F238E27FC236}">
                <a16:creationId xmlns:a16="http://schemas.microsoft.com/office/drawing/2014/main" id="{C57BED7E-ACF7-DE21-9F2D-F6C2995BE6A7}"/>
              </a:ext>
            </a:extLst>
          </p:cNvPr>
          <p:cNvSpPr>
            <a:spLocks noChangeShapeType="1"/>
          </p:cNvSpPr>
          <p:nvPr/>
        </p:nvSpPr>
        <p:spPr bwMode="auto">
          <a:xfrm>
            <a:off x="1066800" y="5029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0" name="Line 144">
            <a:extLst>
              <a:ext uri="{FF2B5EF4-FFF2-40B4-BE49-F238E27FC236}">
                <a16:creationId xmlns:a16="http://schemas.microsoft.com/office/drawing/2014/main" id="{FA12DC75-88B8-CA24-1D69-452C74918965}"/>
              </a:ext>
            </a:extLst>
          </p:cNvPr>
          <p:cNvSpPr>
            <a:spLocks noChangeShapeType="1"/>
          </p:cNvSpPr>
          <p:nvPr/>
        </p:nvSpPr>
        <p:spPr bwMode="auto">
          <a:xfrm>
            <a:off x="1066800" y="5334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1" name="Line 145">
            <a:extLst>
              <a:ext uri="{FF2B5EF4-FFF2-40B4-BE49-F238E27FC236}">
                <a16:creationId xmlns:a16="http://schemas.microsoft.com/office/drawing/2014/main" id="{30D4EB28-8AAA-B3E9-16BE-276325B23E62}"/>
              </a:ext>
            </a:extLst>
          </p:cNvPr>
          <p:cNvSpPr>
            <a:spLocks noChangeShapeType="1"/>
          </p:cNvSpPr>
          <p:nvPr/>
        </p:nvSpPr>
        <p:spPr bwMode="auto">
          <a:xfrm>
            <a:off x="1066800" y="5638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2" name="Line 146">
            <a:extLst>
              <a:ext uri="{FF2B5EF4-FFF2-40B4-BE49-F238E27FC236}">
                <a16:creationId xmlns:a16="http://schemas.microsoft.com/office/drawing/2014/main" id="{48CE4EE7-21EF-0109-8800-75D9E2AC9279}"/>
              </a:ext>
            </a:extLst>
          </p:cNvPr>
          <p:cNvSpPr>
            <a:spLocks noChangeShapeType="1"/>
          </p:cNvSpPr>
          <p:nvPr/>
        </p:nvSpPr>
        <p:spPr bwMode="auto">
          <a:xfrm>
            <a:off x="1066800" y="5943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3" name="Line 147">
            <a:extLst>
              <a:ext uri="{FF2B5EF4-FFF2-40B4-BE49-F238E27FC236}">
                <a16:creationId xmlns:a16="http://schemas.microsoft.com/office/drawing/2014/main" id="{6AE0266B-81D6-C2AA-83B5-E051CA1B6677}"/>
              </a:ext>
            </a:extLst>
          </p:cNvPr>
          <p:cNvSpPr>
            <a:spLocks noChangeShapeType="1"/>
          </p:cNvSpPr>
          <p:nvPr/>
        </p:nvSpPr>
        <p:spPr bwMode="auto">
          <a:xfrm>
            <a:off x="2286000" y="1371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4" name="Line 148">
            <a:extLst>
              <a:ext uri="{FF2B5EF4-FFF2-40B4-BE49-F238E27FC236}">
                <a16:creationId xmlns:a16="http://schemas.microsoft.com/office/drawing/2014/main" id="{A17D02B4-2C00-2BEC-520B-1E1EE3D165FE}"/>
              </a:ext>
            </a:extLst>
          </p:cNvPr>
          <p:cNvSpPr>
            <a:spLocks noChangeShapeType="1"/>
          </p:cNvSpPr>
          <p:nvPr/>
        </p:nvSpPr>
        <p:spPr bwMode="auto">
          <a:xfrm>
            <a:off x="2286000" y="1676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5" name="Line 149">
            <a:extLst>
              <a:ext uri="{FF2B5EF4-FFF2-40B4-BE49-F238E27FC236}">
                <a16:creationId xmlns:a16="http://schemas.microsoft.com/office/drawing/2014/main" id="{2D176791-0768-5025-DCC0-37D2022F833D}"/>
              </a:ext>
            </a:extLst>
          </p:cNvPr>
          <p:cNvSpPr>
            <a:spLocks noChangeShapeType="1"/>
          </p:cNvSpPr>
          <p:nvPr/>
        </p:nvSpPr>
        <p:spPr bwMode="auto">
          <a:xfrm>
            <a:off x="2286000" y="1981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6" name="Line 150">
            <a:extLst>
              <a:ext uri="{FF2B5EF4-FFF2-40B4-BE49-F238E27FC236}">
                <a16:creationId xmlns:a16="http://schemas.microsoft.com/office/drawing/2014/main" id="{4CA8EF45-2E45-CBAB-232F-3E1DABDC487D}"/>
              </a:ext>
            </a:extLst>
          </p:cNvPr>
          <p:cNvSpPr>
            <a:spLocks noChangeShapeType="1"/>
          </p:cNvSpPr>
          <p:nvPr/>
        </p:nvSpPr>
        <p:spPr bwMode="auto">
          <a:xfrm>
            <a:off x="2286000" y="2286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7" name="Line 151">
            <a:extLst>
              <a:ext uri="{FF2B5EF4-FFF2-40B4-BE49-F238E27FC236}">
                <a16:creationId xmlns:a16="http://schemas.microsoft.com/office/drawing/2014/main" id="{6F54B681-5279-3C44-0512-B23649201A4F}"/>
              </a:ext>
            </a:extLst>
          </p:cNvPr>
          <p:cNvSpPr>
            <a:spLocks noChangeShapeType="1"/>
          </p:cNvSpPr>
          <p:nvPr/>
        </p:nvSpPr>
        <p:spPr bwMode="auto">
          <a:xfrm>
            <a:off x="2286000" y="2590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8" name="Line 152">
            <a:extLst>
              <a:ext uri="{FF2B5EF4-FFF2-40B4-BE49-F238E27FC236}">
                <a16:creationId xmlns:a16="http://schemas.microsoft.com/office/drawing/2014/main" id="{3093EE40-7A47-7DF7-E4F8-84657EC45143}"/>
              </a:ext>
            </a:extLst>
          </p:cNvPr>
          <p:cNvSpPr>
            <a:spLocks noChangeShapeType="1"/>
          </p:cNvSpPr>
          <p:nvPr/>
        </p:nvSpPr>
        <p:spPr bwMode="auto">
          <a:xfrm>
            <a:off x="2286000" y="2895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69" name="Line 153">
            <a:extLst>
              <a:ext uri="{FF2B5EF4-FFF2-40B4-BE49-F238E27FC236}">
                <a16:creationId xmlns:a16="http://schemas.microsoft.com/office/drawing/2014/main" id="{FF88399E-1014-BEC7-5D68-B2F04EEC4714}"/>
              </a:ext>
            </a:extLst>
          </p:cNvPr>
          <p:cNvSpPr>
            <a:spLocks noChangeShapeType="1"/>
          </p:cNvSpPr>
          <p:nvPr/>
        </p:nvSpPr>
        <p:spPr bwMode="auto">
          <a:xfrm>
            <a:off x="2286000" y="3200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0" name="Line 154">
            <a:extLst>
              <a:ext uri="{FF2B5EF4-FFF2-40B4-BE49-F238E27FC236}">
                <a16:creationId xmlns:a16="http://schemas.microsoft.com/office/drawing/2014/main" id="{2AE337F8-5483-C322-C2F1-45123EDA5EBA}"/>
              </a:ext>
            </a:extLst>
          </p:cNvPr>
          <p:cNvSpPr>
            <a:spLocks noChangeShapeType="1"/>
          </p:cNvSpPr>
          <p:nvPr/>
        </p:nvSpPr>
        <p:spPr bwMode="auto">
          <a:xfrm>
            <a:off x="2286000" y="3505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1" name="Line 155">
            <a:extLst>
              <a:ext uri="{FF2B5EF4-FFF2-40B4-BE49-F238E27FC236}">
                <a16:creationId xmlns:a16="http://schemas.microsoft.com/office/drawing/2014/main" id="{167429F9-1EB1-32DF-AFB2-D65C7ECB2B54}"/>
              </a:ext>
            </a:extLst>
          </p:cNvPr>
          <p:cNvSpPr>
            <a:spLocks noChangeShapeType="1"/>
          </p:cNvSpPr>
          <p:nvPr/>
        </p:nvSpPr>
        <p:spPr bwMode="auto">
          <a:xfrm>
            <a:off x="2286000" y="3810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2" name="Line 156">
            <a:extLst>
              <a:ext uri="{FF2B5EF4-FFF2-40B4-BE49-F238E27FC236}">
                <a16:creationId xmlns:a16="http://schemas.microsoft.com/office/drawing/2014/main" id="{D2666341-B544-2B6D-C29D-DA3F5484996C}"/>
              </a:ext>
            </a:extLst>
          </p:cNvPr>
          <p:cNvSpPr>
            <a:spLocks noChangeShapeType="1"/>
          </p:cNvSpPr>
          <p:nvPr/>
        </p:nvSpPr>
        <p:spPr bwMode="auto">
          <a:xfrm>
            <a:off x="2286000" y="4114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3" name="Line 157">
            <a:extLst>
              <a:ext uri="{FF2B5EF4-FFF2-40B4-BE49-F238E27FC236}">
                <a16:creationId xmlns:a16="http://schemas.microsoft.com/office/drawing/2014/main" id="{8E9682C3-BE0D-3637-F63C-CB9661F957D1}"/>
              </a:ext>
            </a:extLst>
          </p:cNvPr>
          <p:cNvSpPr>
            <a:spLocks noChangeShapeType="1"/>
          </p:cNvSpPr>
          <p:nvPr/>
        </p:nvSpPr>
        <p:spPr bwMode="auto">
          <a:xfrm>
            <a:off x="2286000" y="4419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4" name="Line 158">
            <a:extLst>
              <a:ext uri="{FF2B5EF4-FFF2-40B4-BE49-F238E27FC236}">
                <a16:creationId xmlns:a16="http://schemas.microsoft.com/office/drawing/2014/main" id="{CDFDB104-77B6-CE4C-500D-33CFADD86916}"/>
              </a:ext>
            </a:extLst>
          </p:cNvPr>
          <p:cNvSpPr>
            <a:spLocks noChangeShapeType="1"/>
          </p:cNvSpPr>
          <p:nvPr/>
        </p:nvSpPr>
        <p:spPr bwMode="auto">
          <a:xfrm>
            <a:off x="2286000" y="4724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5" name="Line 159">
            <a:extLst>
              <a:ext uri="{FF2B5EF4-FFF2-40B4-BE49-F238E27FC236}">
                <a16:creationId xmlns:a16="http://schemas.microsoft.com/office/drawing/2014/main" id="{CB77DE3E-4461-E769-4467-9B2D8BE17E98}"/>
              </a:ext>
            </a:extLst>
          </p:cNvPr>
          <p:cNvSpPr>
            <a:spLocks noChangeShapeType="1"/>
          </p:cNvSpPr>
          <p:nvPr/>
        </p:nvSpPr>
        <p:spPr bwMode="auto">
          <a:xfrm>
            <a:off x="2286000" y="5029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6" name="Line 160">
            <a:extLst>
              <a:ext uri="{FF2B5EF4-FFF2-40B4-BE49-F238E27FC236}">
                <a16:creationId xmlns:a16="http://schemas.microsoft.com/office/drawing/2014/main" id="{A29E629D-9159-FFC3-65B4-7E5AB563DA49}"/>
              </a:ext>
            </a:extLst>
          </p:cNvPr>
          <p:cNvSpPr>
            <a:spLocks noChangeShapeType="1"/>
          </p:cNvSpPr>
          <p:nvPr/>
        </p:nvSpPr>
        <p:spPr bwMode="auto">
          <a:xfrm>
            <a:off x="2286000" y="5334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7" name="Line 161">
            <a:extLst>
              <a:ext uri="{FF2B5EF4-FFF2-40B4-BE49-F238E27FC236}">
                <a16:creationId xmlns:a16="http://schemas.microsoft.com/office/drawing/2014/main" id="{92448487-A1E9-0E99-79D0-C0202AD230FA}"/>
              </a:ext>
            </a:extLst>
          </p:cNvPr>
          <p:cNvSpPr>
            <a:spLocks noChangeShapeType="1"/>
          </p:cNvSpPr>
          <p:nvPr/>
        </p:nvSpPr>
        <p:spPr bwMode="auto">
          <a:xfrm>
            <a:off x="2286000" y="5638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8" name="Line 162">
            <a:extLst>
              <a:ext uri="{FF2B5EF4-FFF2-40B4-BE49-F238E27FC236}">
                <a16:creationId xmlns:a16="http://schemas.microsoft.com/office/drawing/2014/main" id="{6158D425-97F8-893D-9E4B-7018D2D4DE89}"/>
              </a:ext>
            </a:extLst>
          </p:cNvPr>
          <p:cNvSpPr>
            <a:spLocks noChangeShapeType="1"/>
          </p:cNvSpPr>
          <p:nvPr/>
        </p:nvSpPr>
        <p:spPr bwMode="auto">
          <a:xfrm>
            <a:off x="2286000" y="5943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79" name="Line 163">
            <a:extLst>
              <a:ext uri="{FF2B5EF4-FFF2-40B4-BE49-F238E27FC236}">
                <a16:creationId xmlns:a16="http://schemas.microsoft.com/office/drawing/2014/main" id="{78DA3F98-CA77-8E67-D6D6-D4966F71D3A2}"/>
              </a:ext>
            </a:extLst>
          </p:cNvPr>
          <p:cNvSpPr>
            <a:spLocks noChangeShapeType="1"/>
          </p:cNvSpPr>
          <p:nvPr/>
        </p:nvSpPr>
        <p:spPr bwMode="auto">
          <a:xfrm>
            <a:off x="3505200" y="1371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0" name="Line 164">
            <a:extLst>
              <a:ext uri="{FF2B5EF4-FFF2-40B4-BE49-F238E27FC236}">
                <a16:creationId xmlns:a16="http://schemas.microsoft.com/office/drawing/2014/main" id="{F199932D-EAF2-6867-CE0F-7105D23F4D41}"/>
              </a:ext>
            </a:extLst>
          </p:cNvPr>
          <p:cNvSpPr>
            <a:spLocks noChangeShapeType="1"/>
          </p:cNvSpPr>
          <p:nvPr/>
        </p:nvSpPr>
        <p:spPr bwMode="auto">
          <a:xfrm>
            <a:off x="3505200" y="1676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1" name="Line 165">
            <a:extLst>
              <a:ext uri="{FF2B5EF4-FFF2-40B4-BE49-F238E27FC236}">
                <a16:creationId xmlns:a16="http://schemas.microsoft.com/office/drawing/2014/main" id="{5C1EF36A-855A-7FF2-13D4-88A561F58A37}"/>
              </a:ext>
            </a:extLst>
          </p:cNvPr>
          <p:cNvSpPr>
            <a:spLocks noChangeShapeType="1"/>
          </p:cNvSpPr>
          <p:nvPr/>
        </p:nvSpPr>
        <p:spPr bwMode="auto">
          <a:xfrm>
            <a:off x="3505200" y="1981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2" name="Line 166">
            <a:extLst>
              <a:ext uri="{FF2B5EF4-FFF2-40B4-BE49-F238E27FC236}">
                <a16:creationId xmlns:a16="http://schemas.microsoft.com/office/drawing/2014/main" id="{BBFC308E-CF13-2F40-AB90-A0C4A841997E}"/>
              </a:ext>
            </a:extLst>
          </p:cNvPr>
          <p:cNvSpPr>
            <a:spLocks noChangeShapeType="1"/>
          </p:cNvSpPr>
          <p:nvPr/>
        </p:nvSpPr>
        <p:spPr bwMode="auto">
          <a:xfrm>
            <a:off x="3505200" y="2286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3" name="Line 167">
            <a:extLst>
              <a:ext uri="{FF2B5EF4-FFF2-40B4-BE49-F238E27FC236}">
                <a16:creationId xmlns:a16="http://schemas.microsoft.com/office/drawing/2014/main" id="{D0207E61-2121-3994-45C1-90B48455A3D7}"/>
              </a:ext>
            </a:extLst>
          </p:cNvPr>
          <p:cNvSpPr>
            <a:spLocks noChangeShapeType="1"/>
          </p:cNvSpPr>
          <p:nvPr/>
        </p:nvSpPr>
        <p:spPr bwMode="auto">
          <a:xfrm>
            <a:off x="3505200" y="2590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4" name="Line 168">
            <a:extLst>
              <a:ext uri="{FF2B5EF4-FFF2-40B4-BE49-F238E27FC236}">
                <a16:creationId xmlns:a16="http://schemas.microsoft.com/office/drawing/2014/main" id="{FB8702F9-7221-E968-C9F7-5ADC9CF00CA8}"/>
              </a:ext>
            </a:extLst>
          </p:cNvPr>
          <p:cNvSpPr>
            <a:spLocks noChangeShapeType="1"/>
          </p:cNvSpPr>
          <p:nvPr/>
        </p:nvSpPr>
        <p:spPr bwMode="auto">
          <a:xfrm>
            <a:off x="3505200" y="2895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5" name="Line 169">
            <a:extLst>
              <a:ext uri="{FF2B5EF4-FFF2-40B4-BE49-F238E27FC236}">
                <a16:creationId xmlns:a16="http://schemas.microsoft.com/office/drawing/2014/main" id="{03AFD8D1-EA3D-D62F-4CA2-5CA33DBF9855}"/>
              </a:ext>
            </a:extLst>
          </p:cNvPr>
          <p:cNvSpPr>
            <a:spLocks noChangeShapeType="1"/>
          </p:cNvSpPr>
          <p:nvPr/>
        </p:nvSpPr>
        <p:spPr bwMode="auto">
          <a:xfrm>
            <a:off x="3505200" y="3200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6" name="Line 170">
            <a:extLst>
              <a:ext uri="{FF2B5EF4-FFF2-40B4-BE49-F238E27FC236}">
                <a16:creationId xmlns:a16="http://schemas.microsoft.com/office/drawing/2014/main" id="{2C5AB5E9-6BA0-7B8A-AF53-4457FC76326C}"/>
              </a:ext>
            </a:extLst>
          </p:cNvPr>
          <p:cNvSpPr>
            <a:spLocks noChangeShapeType="1"/>
          </p:cNvSpPr>
          <p:nvPr/>
        </p:nvSpPr>
        <p:spPr bwMode="auto">
          <a:xfrm>
            <a:off x="3505200" y="3505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7" name="Line 171">
            <a:extLst>
              <a:ext uri="{FF2B5EF4-FFF2-40B4-BE49-F238E27FC236}">
                <a16:creationId xmlns:a16="http://schemas.microsoft.com/office/drawing/2014/main" id="{A9B456C1-2FB4-7E89-C3A5-5784D724FC7E}"/>
              </a:ext>
            </a:extLst>
          </p:cNvPr>
          <p:cNvSpPr>
            <a:spLocks noChangeShapeType="1"/>
          </p:cNvSpPr>
          <p:nvPr/>
        </p:nvSpPr>
        <p:spPr bwMode="auto">
          <a:xfrm>
            <a:off x="3505200" y="3810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8" name="Line 172">
            <a:extLst>
              <a:ext uri="{FF2B5EF4-FFF2-40B4-BE49-F238E27FC236}">
                <a16:creationId xmlns:a16="http://schemas.microsoft.com/office/drawing/2014/main" id="{D0F00190-BFCA-00AE-88AA-7F641AAA0058}"/>
              </a:ext>
            </a:extLst>
          </p:cNvPr>
          <p:cNvSpPr>
            <a:spLocks noChangeShapeType="1"/>
          </p:cNvSpPr>
          <p:nvPr/>
        </p:nvSpPr>
        <p:spPr bwMode="auto">
          <a:xfrm>
            <a:off x="3505200" y="4114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89" name="Line 173">
            <a:extLst>
              <a:ext uri="{FF2B5EF4-FFF2-40B4-BE49-F238E27FC236}">
                <a16:creationId xmlns:a16="http://schemas.microsoft.com/office/drawing/2014/main" id="{86544E1D-CEE6-60BD-B206-B190112A1164}"/>
              </a:ext>
            </a:extLst>
          </p:cNvPr>
          <p:cNvSpPr>
            <a:spLocks noChangeShapeType="1"/>
          </p:cNvSpPr>
          <p:nvPr/>
        </p:nvSpPr>
        <p:spPr bwMode="auto">
          <a:xfrm>
            <a:off x="3505200" y="4419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0" name="Line 174">
            <a:extLst>
              <a:ext uri="{FF2B5EF4-FFF2-40B4-BE49-F238E27FC236}">
                <a16:creationId xmlns:a16="http://schemas.microsoft.com/office/drawing/2014/main" id="{E9A8BCA7-0BA0-7C5C-39CA-48F2D14D759A}"/>
              </a:ext>
            </a:extLst>
          </p:cNvPr>
          <p:cNvSpPr>
            <a:spLocks noChangeShapeType="1"/>
          </p:cNvSpPr>
          <p:nvPr/>
        </p:nvSpPr>
        <p:spPr bwMode="auto">
          <a:xfrm>
            <a:off x="3505200" y="4724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1" name="Line 175">
            <a:extLst>
              <a:ext uri="{FF2B5EF4-FFF2-40B4-BE49-F238E27FC236}">
                <a16:creationId xmlns:a16="http://schemas.microsoft.com/office/drawing/2014/main" id="{8DC5213D-8891-6D7D-FD68-22C280601FBB}"/>
              </a:ext>
            </a:extLst>
          </p:cNvPr>
          <p:cNvSpPr>
            <a:spLocks noChangeShapeType="1"/>
          </p:cNvSpPr>
          <p:nvPr/>
        </p:nvSpPr>
        <p:spPr bwMode="auto">
          <a:xfrm>
            <a:off x="3505200" y="5029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2" name="Line 176">
            <a:extLst>
              <a:ext uri="{FF2B5EF4-FFF2-40B4-BE49-F238E27FC236}">
                <a16:creationId xmlns:a16="http://schemas.microsoft.com/office/drawing/2014/main" id="{A6B9C1D4-6A9A-5BB4-68A8-424E325C81DC}"/>
              </a:ext>
            </a:extLst>
          </p:cNvPr>
          <p:cNvSpPr>
            <a:spLocks noChangeShapeType="1"/>
          </p:cNvSpPr>
          <p:nvPr/>
        </p:nvSpPr>
        <p:spPr bwMode="auto">
          <a:xfrm>
            <a:off x="3505200" y="5334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3" name="Line 177">
            <a:extLst>
              <a:ext uri="{FF2B5EF4-FFF2-40B4-BE49-F238E27FC236}">
                <a16:creationId xmlns:a16="http://schemas.microsoft.com/office/drawing/2014/main" id="{AF039FD5-EB16-1C61-C796-86BBE3FD0F4E}"/>
              </a:ext>
            </a:extLst>
          </p:cNvPr>
          <p:cNvSpPr>
            <a:spLocks noChangeShapeType="1"/>
          </p:cNvSpPr>
          <p:nvPr/>
        </p:nvSpPr>
        <p:spPr bwMode="auto">
          <a:xfrm>
            <a:off x="3505200" y="5638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4" name="Line 178">
            <a:extLst>
              <a:ext uri="{FF2B5EF4-FFF2-40B4-BE49-F238E27FC236}">
                <a16:creationId xmlns:a16="http://schemas.microsoft.com/office/drawing/2014/main" id="{5DC296EA-9EC1-F8CB-C437-CA64A6301817}"/>
              </a:ext>
            </a:extLst>
          </p:cNvPr>
          <p:cNvSpPr>
            <a:spLocks noChangeShapeType="1"/>
          </p:cNvSpPr>
          <p:nvPr/>
        </p:nvSpPr>
        <p:spPr bwMode="auto">
          <a:xfrm>
            <a:off x="3505200" y="5943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5" name="Line 179">
            <a:extLst>
              <a:ext uri="{FF2B5EF4-FFF2-40B4-BE49-F238E27FC236}">
                <a16:creationId xmlns:a16="http://schemas.microsoft.com/office/drawing/2014/main" id="{5502C104-8A81-0342-E98F-9E8AE32FA347}"/>
              </a:ext>
            </a:extLst>
          </p:cNvPr>
          <p:cNvSpPr>
            <a:spLocks noChangeShapeType="1"/>
          </p:cNvSpPr>
          <p:nvPr/>
        </p:nvSpPr>
        <p:spPr bwMode="auto">
          <a:xfrm>
            <a:off x="4724400" y="1371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6" name="Line 180">
            <a:extLst>
              <a:ext uri="{FF2B5EF4-FFF2-40B4-BE49-F238E27FC236}">
                <a16:creationId xmlns:a16="http://schemas.microsoft.com/office/drawing/2014/main" id="{1E4E1876-9EFC-7A2B-3009-C1D7035DBADE}"/>
              </a:ext>
            </a:extLst>
          </p:cNvPr>
          <p:cNvSpPr>
            <a:spLocks noChangeShapeType="1"/>
          </p:cNvSpPr>
          <p:nvPr/>
        </p:nvSpPr>
        <p:spPr bwMode="auto">
          <a:xfrm>
            <a:off x="4724400" y="1676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7" name="Line 181">
            <a:extLst>
              <a:ext uri="{FF2B5EF4-FFF2-40B4-BE49-F238E27FC236}">
                <a16:creationId xmlns:a16="http://schemas.microsoft.com/office/drawing/2014/main" id="{8D0BAAA5-49D9-FEE0-3464-B2C8FC4BBDAA}"/>
              </a:ext>
            </a:extLst>
          </p:cNvPr>
          <p:cNvSpPr>
            <a:spLocks noChangeShapeType="1"/>
          </p:cNvSpPr>
          <p:nvPr/>
        </p:nvSpPr>
        <p:spPr bwMode="auto">
          <a:xfrm>
            <a:off x="4724400" y="1981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8" name="Line 182">
            <a:extLst>
              <a:ext uri="{FF2B5EF4-FFF2-40B4-BE49-F238E27FC236}">
                <a16:creationId xmlns:a16="http://schemas.microsoft.com/office/drawing/2014/main" id="{3F8C1F97-1D05-48B1-88D4-025D277A4102}"/>
              </a:ext>
            </a:extLst>
          </p:cNvPr>
          <p:cNvSpPr>
            <a:spLocks noChangeShapeType="1"/>
          </p:cNvSpPr>
          <p:nvPr/>
        </p:nvSpPr>
        <p:spPr bwMode="auto">
          <a:xfrm>
            <a:off x="4724400" y="2286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399" name="Line 183">
            <a:extLst>
              <a:ext uri="{FF2B5EF4-FFF2-40B4-BE49-F238E27FC236}">
                <a16:creationId xmlns:a16="http://schemas.microsoft.com/office/drawing/2014/main" id="{CD46B8F0-7C36-CB90-16EE-7F820BB82DD7}"/>
              </a:ext>
            </a:extLst>
          </p:cNvPr>
          <p:cNvSpPr>
            <a:spLocks noChangeShapeType="1"/>
          </p:cNvSpPr>
          <p:nvPr/>
        </p:nvSpPr>
        <p:spPr bwMode="auto">
          <a:xfrm>
            <a:off x="4724400" y="2590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0" name="Line 184">
            <a:extLst>
              <a:ext uri="{FF2B5EF4-FFF2-40B4-BE49-F238E27FC236}">
                <a16:creationId xmlns:a16="http://schemas.microsoft.com/office/drawing/2014/main" id="{F28514A2-7A49-534D-EC7D-F0A99BDD5E2B}"/>
              </a:ext>
            </a:extLst>
          </p:cNvPr>
          <p:cNvSpPr>
            <a:spLocks noChangeShapeType="1"/>
          </p:cNvSpPr>
          <p:nvPr/>
        </p:nvSpPr>
        <p:spPr bwMode="auto">
          <a:xfrm>
            <a:off x="4724400" y="2895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1" name="Line 185">
            <a:extLst>
              <a:ext uri="{FF2B5EF4-FFF2-40B4-BE49-F238E27FC236}">
                <a16:creationId xmlns:a16="http://schemas.microsoft.com/office/drawing/2014/main" id="{388FFA84-8476-D0BD-1EB4-D91E263535AC}"/>
              </a:ext>
            </a:extLst>
          </p:cNvPr>
          <p:cNvSpPr>
            <a:spLocks noChangeShapeType="1"/>
          </p:cNvSpPr>
          <p:nvPr/>
        </p:nvSpPr>
        <p:spPr bwMode="auto">
          <a:xfrm>
            <a:off x="4724400" y="3200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2" name="Line 186">
            <a:extLst>
              <a:ext uri="{FF2B5EF4-FFF2-40B4-BE49-F238E27FC236}">
                <a16:creationId xmlns:a16="http://schemas.microsoft.com/office/drawing/2014/main" id="{47388464-C07B-B125-7B7F-3909E9E7ED0F}"/>
              </a:ext>
            </a:extLst>
          </p:cNvPr>
          <p:cNvSpPr>
            <a:spLocks noChangeShapeType="1"/>
          </p:cNvSpPr>
          <p:nvPr/>
        </p:nvSpPr>
        <p:spPr bwMode="auto">
          <a:xfrm>
            <a:off x="4724400" y="3505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3" name="Line 187">
            <a:extLst>
              <a:ext uri="{FF2B5EF4-FFF2-40B4-BE49-F238E27FC236}">
                <a16:creationId xmlns:a16="http://schemas.microsoft.com/office/drawing/2014/main" id="{B10FEBAD-CE61-CD9C-6A85-9974BEDEB29A}"/>
              </a:ext>
            </a:extLst>
          </p:cNvPr>
          <p:cNvSpPr>
            <a:spLocks noChangeShapeType="1"/>
          </p:cNvSpPr>
          <p:nvPr/>
        </p:nvSpPr>
        <p:spPr bwMode="auto">
          <a:xfrm>
            <a:off x="4724400" y="3810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4" name="Line 188">
            <a:extLst>
              <a:ext uri="{FF2B5EF4-FFF2-40B4-BE49-F238E27FC236}">
                <a16:creationId xmlns:a16="http://schemas.microsoft.com/office/drawing/2014/main" id="{2906639E-652D-9D6C-FB19-AF98A8E7D8CD}"/>
              </a:ext>
            </a:extLst>
          </p:cNvPr>
          <p:cNvSpPr>
            <a:spLocks noChangeShapeType="1"/>
          </p:cNvSpPr>
          <p:nvPr/>
        </p:nvSpPr>
        <p:spPr bwMode="auto">
          <a:xfrm>
            <a:off x="4724400" y="4114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5" name="Line 189">
            <a:extLst>
              <a:ext uri="{FF2B5EF4-FFF2-40B4-BE49-F238E27FC236}">
                <a16:creationId xmlns:a16="http://schemas.microsoft.com/office/drawing/2014/main" id="{42185504-0663-F1BE-D0E8-5BA62B5850FA}"/>
              </a:ext>
            </a:extLst>
          </p:cNvPr>
          <p:cNvSpPr>
            <a:spLocks noChangeShapeType="1"/>
          </p:cNvSpPr>
          <p:nvPr/>
        </p:nvSpPr>
        <p:spPr bwMode="auto">
          <a:xfrm>
            <a:off x="4724400" y="4419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6" name="Line 190">
            <a:extLst>
              <a:ext uri="{FF2B5EF4-FFF2-40B4-BE49-F238E27FC236}">
                <a16:creationId xmlns:a16="http://schemas.microsoft.com/office/drawing/2014/main" id="{01653459-7897-B517-3880-49D54B3505FF}"/>
              </a:ext>
            </a:extLst>
          </p:cNvPr>
          <p:cNvSpPr>
            <a:spLocks noChangeShapeType="1"/>
          </p:cNvSpPr>
          <p:nvPr/>
        </p:nvSpPr>
        <p:spPr bwMode="auto">
          <a:xfrm>
            <a:off x="4724400" y="47244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7" name="Line 191">
            <a:extLst>
              <a:ext uri="{FF2B5EF4-FFF2-40B4-BE49-F238E27FC236}">
                <a16:creationId xmlns:a16="http://schemas.microsoft.com/office/drawing/2014/main" id="{16697D9D-4912-CF82-D854-33F22E446F72}"/>
              </a:ext>
            </a:extLst>
          </p:cNvPr>
          <p:cNvSpPr>
            <a:spLocks noChangeShapeType="1"/>
          </p:cNvSpPr>
          <p:nvPr/>
        </p:nvSpPr>
        <p:spPr bwMode="auto">
          <a:xfrm>
            <a:off x="4724400" y="50292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8" name="Line 192">
            <a:extLst>
              <a:ext uri="{FF2B5EF4-FFF2-40B4-BE49-F238E27FC236}">
                <a16:creationId xmlns:a16="http://schemas.microsoft.com/office/drawing/2014/main" id="{053AB9DA-CE0B-4F25-6535-0A634A727FC9}"/>
              </a:ext>
            </a:extLst>
          </p:cNvPr>
          <p:cNvSpPr>
            <a:spLocks noChangeShapeType="1"/>
          </p:cNvSpPr>
          <p:nvPr/>
        </p:nvSpPr>
        <p:spPr bwMode="auto">
          <a:xfrm>
            <a:off x="4724400" y="53340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09" name="Line 193">
            <a:extLst>
              <a:ext uri="{FF2B5EF4-FFF2-40B4-BE49-F238E27FC236}">
                <a16:creationId xmlns:a16="http://schemas.microsoft.com/office/drawing/2014/main" id="{E79B8645-4946-CAA4-7D1B-343F789B5046}"/>
              </a:ext>
            </a:extLst>
          </p:cNvPr>
          <p:cNvSpPr>
            <a:spLocks noChangeShapeType="1"/>
          </p:cNvSpPr>
          <p:nvPr/>
        </p:nvSpPr>
        <p:spPr bwMode="auto">
          <a:xfrm>
            <a:off x="4724400" y="56388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10" name="Line 194">
            <a:extLst>
              <a:ext uri="{FF2B5EF4-FFF2-40B4-BE49-F238E27FC236}">
                <a16:creationId xmlns:a16="http://schemas.microsoft.com/office/drawing/2014/main" id="{BA904C7C-8DB2-A6E4-F0D5-6B5613097D38}"/>
              </a:ext>
            </a:extLst>
          </p:cNvPr>
          <p:cNvSpPr>
            <a:spLocks noChangeShapeType="1"/>
          </p:cNvSpPr>
          <p:nvPr/>
        </p:nvSpPr>
        <p:spPr bwMode="auto">
          <a:xfrm>
            <a:off x="4724400" y="5943600"/>
            <a:ext cx="914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11" name="Rectangle 195">
            <a:extLst>
              <a:ext uri="{FF2B5EF4-FFF2-40B4-BE49-F238E27FC236}">
                <a16:creationId xmlns:a16="http://schemas.microsoft.com/office/drawing/2014/main" id="{7E489664-80C1-122C-3989-6F12E0C04E87}"/>
              </a:ext>
            </a:extLst>
          </p:cNvPr>
          <p:cNvSpPr>
            <a:spLocks noChangeArrowheads="1"/>
          </p:cNvSpPr>
          <p:nvPr/>
        </p:nvSpPr>
        <p:spPr bwMode="auto">
          <a:xfrm>
            <a:off x="762000" y="1219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12" name="Rectangle 196">
            <a:extLst>
              <a:ext uri="{FF2B5EF4-FFF2-40B4-BE49-F238E27FC236}">
                <a16:creationId xmlns:a16="http://schemas.microsoft.com/office/drawing/2014/main" id="{A99EB361-858B-F792-5EBC-492B95C79829}"/>
              </a:ext>
            </a:extLst>
          </p:cNvPr>
          <p:cNvSpPr>
            <a:spLocks noChangeArrowheads="1"/>
          </p:cNvSpPr>
          <p:nvPr/>
        </p:nvSpPr>
        <p:spPr bwMode="auto">
          <a:xfrm>
            <a:off x="762000" y="1524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13" name="Rectangle 197">
            <a:extLst>
              <a:ext uri="{FF2B5EF4-FFF2-40B4-BE49-F238E27FC236}">
                <a16:creationId xmlns:a16="http://schemas.microsoft.com/office/drawing/2014/main" id="{6A5FD284-4D3C-D1F5-BA07-59EF6A62CB51}"/>
              </a:ext>
            </a:extLst>
          </p:cNvPr>
          <p:cNvSpPr>
            <a:spLocks noChangeArrowheads="1"/>
          </p:cNvSpPr>
          <p:nvPr/>
        </p:nvSpPr>
        <p:spPr bwMode="auto">
          <a:xfrm>
            <a:off x="762000" y="1828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14" name="Rectangle 198">
            <a:extLst>
              <a:ext uri="{FF2B5EF4-FFF2-40B4-BE49-F238E27FC236}">
                <a16:creationId xmlns:a16="http://schemas.microsoft.com/office/drawing/2014/main" id="{5481D0C9-4880-E471-CD3F-CFCCD39B541D}"/>
              </a:ext>
            </a:extLst>
          </p:cNvPr>
          <p:cNvSpPr>
            <a:spLocks noChangeArrowheads="1"/>
          </p:cNvSpPr>
          <p:nvPr/>
        </p:nvSpPr>
        <p:spPr bwMode="auto">
          <a:xfrm>
            <a:off x="762000" y="2133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15" name="Rectangle 199">
            <a:extLst>
              <a:ext uri="{FF2B5EF4-FFF2-40B4-BE49-F238E27FC236}">
                <a16:creationId xmlns:a16="http://schemas.microsoft.com/office/drawing/2014/main" id="{FA610559-316F-EE7C-7364-04DD1A409E8D}"/>
              </a:ext>
            </a:extLst>
          </p:cNvPr>
          <p:cNvSpPr>
            <a:spLocks noChangeArrowheads="1"/>
          </p:cNvSpPr>
          <p:nvPr/>
        </p:nvSpPr>
        <p:spPr bwMode="auto">
          <a:xfrm>
            <a:off x="762000" y="2438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505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16" name="Rectangle 200">
            <a:extLst>
              <a:ext uri="{FF2B5EF4-FFF2-40B4-BE49-F238E27FC236}">
                <a16:creationId xmlns:a16="http://schemas.microsoft.com/office/drawing/2014/main" id="{581D202E-BCB8-750A-1690-D4F938CFEBE5}"/>
              </a:ext>
            </a:extLst>
          </p:cNvPr>
          <p:cNvSpPr>
            <a:spLocks noChangeArrowheads="1"/>
          </p:cNvSpPr>
          <p:nvPr/>
        </p:nvSpPr>
        <p:spPr bwMode="auto">
          <a:xfrm>
            <a:off x="762000" y="2743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17" name="Rectangle 201">
            <a:extLst>
              <a:ext uri="{FF2B5EF4-FFF2-40B4-BE49-F238E27FC236}">
                <a16:creationId xmlns:a16="http://schemas.microsoft.com/office/drawing/2014/main" id="{4E7190AB-B05E-FD1D-906A-9A68821A74C9}"/>
              </a:ext>
            </a:extLst>
          </p:cNvPr>
          <p:cNvSpPr>
            <a:spLocks noChangeArrowheads="1"/>
          </p:cNvSpPr>
          <p:nvPr/>
        </p:nvSpPr>
        <p:spPr bwMode="auto">
          <a:xfrm>
            <a:off x="762000" y="3048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33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18" name="Rectangle 202">
            <a:extLst>
              <a:ext uri="{FF2B5EF4-FFF2-40B4-BE49-F238E27FC236}">
                <a16:creationId xmlns:a16="http://schemas.microsoft.com/office/drawing/2014/main" id="{8AD1E20A-B007-1067-7277-18892A3FC413}"/>
              </a:ext>
            </a:extLst>
          </p:cNvPr>
          <p:cNvSpPr>
            <a:spLocks noChangeArrowheads="1"/>
          </p:cNvSpPr>
          <p:nvPr/>
        </p:nvSpPr>
        <p:spPr bwMode="auto">
          <a:xfrm>
            <a:off x="762000" y="3352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33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19" name="Rectangle 203">
            <a:extLst>
              <a:ext uri="{FF2B5EF4-FFF2-40B4-BE49-F238E27FC236}">
                <a16:creationId xmlns:a16="http://schemas.microsoft.com/office/drawing/2014/main" id="{F634D14C-0686-4A73-FCB0-09910E833FD7}"/>
              </a:ext>
            </a:extLst>
          </p:cNvPr>
          <p:cNvSpPr>
            <a:spLocks noChangeArrowheads="1"/>
          </p:cNvSpPr>
          <p:nvPr/>
        </p:nvSpPr>
        <p:spPr bwMode="auto">
          <a:xfrm>
            <a:off x="762000" y="3657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FF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0" name="Rectangle 204">
            <a:extLst>
              <a:ext uri="{FF2B5EF4-FFF2-40B4-BE49-F238E27FC236}">
                <a16:creationId xmlns:a16="http://schemas.microsoft.com/office/drawing/2014/main" id="{DA503CB7-3623-E04F-EBA1-CA8F6B29FDD5}"/>
              </a:ext>
            </a:extLst>
          </p:cNvPr>
          <p:cNvSpPr>
            <a:spLocks noChangeArrowheads="1"/>
          </p:cNvSpPr>
          <p:nvPr/>
        </p:nvSpPr>
        <p:spPr bwMode="auto">
          <a:xfrm>
            <a:off x="762000" y="3962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CC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1" name="Rectangle 205">
            <a:extLst>
              <a:ext uri="{FF2B5EF4-FFF2-40B4-BE49-F238E27FC236}">
                <a16:creationId xmlns:a16="http://schemas.microsoft.com/office/drawing/2014/main" id="{F9D34E58-C9EB-E83E-5724-1F529ADD1DBC}"/>
              </a:ext>
            </a:extLst>
          </p:cNvPr>
          <p:cNvSpPr>
            <a:spLocks noChangeArrowheads="1"/>
          </p:cNvSpPr>
          <p:nvPr/>
        </p:nvSpPr>
        <p:spPr bwMode="auto">
          <a:xfrm>
            <a:off x="762000" y="4267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99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2" name="Rectangle 206">
            <a:extLst>
              <a:ext uri="{FF2B5EF4-FFF2-40B4-BE49-F238E27FC236}">
                <a16:creationId xmlns:a16="http://schemas.microsoft.com/office/drawing/2014/main" id="{E032784D-8BAB-FB56-2F5C-DAD06C857945}"/>
              </a:ext>
            </a:extLst>
          </p:cNvPr>
          <p:cNvSpPr>
            <a:spLocks noChangeArrowheads="1"/>
          </p:cNvSpPr>
          <p:nvPr/>
        </p:nvSpPr>
        <p:spPr bwMode="auto">
          <a:xfrm>
            <a:off x="762000" y="45720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66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3" name="Rectangle 207">
            <a:extLst>
              <a:ext uri="{FF2B5EF4-FFF2-40B4-BE49-F238E27FC236}">
                <a16:creationId xmlns:a16="http://schemas.microsoft.com/office/drawing/2014/main" id="{3E02ED1C-1375-9351-F475-EA90AB35E28C}"/>
              </a:ext>
            </a:extLst>
          </p:cNvPr>
          <p:cNvSpPr>
            <a:spLocks noChangeArrowheads="1"/>
          </p:cNvSpPr>
          <p:nvPr/>
        </p:nvSpPr>
        <p:spPr bwMode="auto">
          <a:xfrm>
            <a:off x="762000" y="48768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33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4" name="Rectangle 208">
            <a:extLst>
              <a:ext uri="{FF2B5EF4-FFF2-40B4-BE49-F238E27FC236}">
                <a16:creationId xmlns:a16="http://schemas.microsoft.com/office/drawing/2014/main" id="{2706CD1F-6F5B-3B88-69C1-E06CF6878055}"/>
              </a:ext>
            </a:extLst>
          </p:cNvPr>
          <p:cNvSpPr>
            <a:spLocks noChangeArrowheads="1"/>
          </p:cNvSpPr>
          <p:nvPr/>
        </p:nvSpPr>
        <p:spPr bwMode="auto">
          <a:xfrm>
            <a:off x="762000" y="51816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5" name="Rectangle 209">
            <a:extLst>
              <a:ext uri="{FF2B5EF4-FFF2-40B4-BE49-F238E27FC236}">
                <a16:creationId xmlns:a16="http://schemas.microsoft.com/office/drawing/2014/main" id="{16DA607A-151E-A3B6-1FE6-BEAF6DD25156}"/>
              </a:ext>
            </a:extLst>
          </p:cNvPr>
          <p:cNvSpPr>
            <a:spLocks noChangeArrowheads="1"/>
          </p:cNvSpPr>
          <p:nvPr/>
        </p:nvSpPr>
        <p:spPr bwMode="auto">
          <a:xfrm>
            <a:off x="762000" y="54864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6" name="Rectangle 210">
            <a:extLst>
              <a:ext uri="{FF2B5EF4-FFF2-40B4-BE49-F238E27FC236}">
                <a16:creationId xmlns:a16="http://schemas.microsoft.com/office/drawing/2014/main" id="{776E62A6-E7C8-7E90-3393-BD85353E27CB}"/>
              </a:ext>
            </a:extLst>
          </p:cNvPr>
          <p:cNvSpPr>
            <a:spLocks noChangeArrowheads="1"/>
          </p:cNvSpPr>
          <p:nvPr/>
        </p:nvSpPr>
        <p:spPr bwMode="auto">
          <a:xfrm>
            <a:off x="762000" y="5791200"/>
            <a:ext cx="304800" cy="304800"/>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7" name="Rectangle 211">
            <a:extLst>
              <a:ext uri="{FF2B5EF4-FFF2-40B4-BE49-F238E27FC236}">
                <a16:creationId xmlns:a16="http://schemas.microsoft.com/office/drawing/2014/main" id="{9EFA1772-C286-111F-5AB7-6FC2081CED3F}"/>
              </a:ext>
            </a:extLst>
          </p:cNvPr>
          <p:cNvSpPr>
            <a:spLocks noChangeArrowheads="1"/>
          </p:cNvSpPr>
          <p:nvPr/>
        </p:nvSpPr>
        <p:spPr bwMode="auto">
          <a:xfrm>
            <a:off x="762000" y="1219200"/>
            <a:ext cx="304800" cy="304800"/>
          </a:xfrm>
          <a:prstGeom prst="rect">
            <a:avLst/>
          </a:prstGeom>
          <a:solidFill>
            <a:srgbClr val="FFFF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8" name="Rectangle 212">
            <a:extLst>
              <a:ext uri="{FF2B5EF4-FFF2-40B4-BE49-F238E27FC236}">
                <a16:creationId xmlns:a16="http://schemas.microsoft.com/office/drawing/2014/main" id="{44CA2929-903F-BCBF-91AF-EEF1BCAE7709}"/>
              </a:ext>
            </a:extLst>
          </p:cNvPr>
          <p:cNvSpPr>
            <a:spLocks noChangeArrowheads="1"/>
          </p:cNvSpPr>
          <p:nvPr/>
        </p:nvSpPr>
        <p:spPr bwMode="auto">
          <a:xfrm>
            <a:off x="762000" y="1524000"/>
            <a:ext cx="304800" cy="304800"/>
          </a:xfrm>
          <a:prstGeom prst="rect">
            <a:avLst/>
          </a:prstGeom>
          <a:solidFill>
            <a:srgbClr val="FFCC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29" name="Rectangle 213">
            <a:extLst>
              <a:ext uri="{FF2B5EF4-FFF2-40B4-BE49-F238E27FC236}">
                <a16:creationId xmlns:a16="http://schemas.microsoft.com/office/drawing/2014/main" id="{ABD100B1-8624-FD1D-79B2-C63258E48E7D}"/>
              </a:ext>
            </a:extLst>
          </p:cNvPr>
          <p:cNvSpPr>
            <a:spLocks noChangeArrowheads="1"/>
          </p:cNvSpPr>
          <p:nvPr/>
        </p:nvSpPr>
        <p:spPr bwMode="auto">
          <a:xfrm>
            <a:off x="762000" y="1828800"/>
            <a:ext cx="304800" cy="304800"/>
          </a:xfrm>
          <a:prstGeom prst="rect">
            <a:avLst/>
          </a:prstGeom>
          <a:solidFill>
            <a:srgbClr val="FF9933"/>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0" name="Rectangle 214">
            <a:extLst>
              <a:ext uri="{FF2B5EF4-FFF2-40B4-BE49-F238E27FC236}">
                <a16:creationId xmlns:a16="http://schemas.microsoft.com/office/drawing/2014/main" id="{46026DE8-B0FB-6A47-641F-2ECE861281F0}"/>
              </a:ext>
            </a:extLst>
          </p:cNvPr>
          <p:cNvSpPr>
            <a:spLocks noChangeArrowheads="1"/>
          </p:cNvSpPr>
          <p:nvPr/>
        </p:nvSpPr>
        <p:spPr bwMode="auto">
          <a:xfrm>
            <a:off x="762000" y="2133600"/>
            <a:ext cx="304800" cy="304800"/>
          </a:xfrm>
          <a:prstGeom prst="rect">
            <a:avLst/>
          </a:prstGeom>
          <a:solidFill>
            <a:srgbClr val="FF66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1" name="Rectangle 215">
            <a:extLst>
              <a:ext uri="{FF2B5EF4-FFF2-40B4-BE49-F238E27FC236}">
                <a16:creationId xmlns:a16="http://schemas.microsoft.com/office/drawing/2014/main" id="{ADC9BE35-40CB-7093-1B75-E2A2823A308C}"/>
              </a:ext>
            </a:extLst>
          </p:cNvPr>
          <p:cNvSpPr>
            <a:spLocks noChangeArrowheads="1"/>
          </p:cNvSpPr>
          <p:nvPr/>
        </p:nvSpPr>
        <p:spPr bwMode="auto">
          <a:xfrm>
            <a:off x="762000" y="2438400"/>
            <a:ext cx="304800" cy="304800"/>
          </a:xfrm>
          <a:prstGeom prst="rect">
            <a:avLst/>
          </a:prstGeom>
          <a:solidFill>
            <a:srgbClr val="FF505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2" name="Rectangle 216">
            <a:extLst>
              <a:ext uri="{FF2B5EF4-FFF2-40B4-BE49-F238E27FC236}">
                <a16:creationId xmlns:a16="http://schemas.microsoft.com/office/drawing/2014/main" id="{E6189506-256A-EF4B-68BC-E7E7539B624C}"/>
              </a:ext>
            </a:extLst>
          </p:cNvPr>
          <p:cNvSpPr>
            <a:spLocks noChangeArrowheads="1"/>
          </p:cNvSpPr>
          <p:nvPr/>
        </p:nvSpPr>
        <p:spPr bwMode="auto">
          <a:xfrm>
            <a:off x="762000" y="2743200"/>
            <a:ext cx="304800" cy="304800"/>
          </a:xfrm>
          <a:prstGeom prst="rect">
            <a:avLst/>
          </a:prstGeom>
          <a:solidFill>
            <a:srgbClr val="FF0066"/>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3" name="Rectangle 217">
            <a:extLst>
              <a:ext uri="{FF2B5EF4-FFF2-40B4-BE49-F238E27FC236}">
                <a16:creationId xmlns:a16="http://schemas.microsoft.com/office/drawing/2014/main" id="{F6609A43-DF8F-9F8E-9832-9AD2675447EF}"/>
              </a:ext>
            </a:extLst>
          </p:cNvPr>
          <p:cNvSpPr>
            <a:spLocks noChangeArrowheads="1"/>
          </p:cNvSpPr>
          <p:nvPr/>
        </p:nvSpPr>
        <p:spPr bwMode="auto">
          <a:xfrm>
            <a:off x="762000" y="3048000"/>
            <a:ext cx="304800" cy="304800"/>
          </a:xfrm>
          <a:prstGeom prst="rect">
            <a:avLst/>
          </a:prstGeom>
          <a:solidFill>
            <a:srgbClr val="FF3399"/>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4" name="Rectangle 218">
            <a:extLst>
              <a:ext uri="{FF2B5EF4-FFF2-40B4-BE49-F238E27FC236}">
                <a16:creationId xmlns:a16="http://schemas.microsoft.com/office/drawing/2014/main" id="{49239BAA-60CE-EF09-3495-F34FD434461E}"/>
              </a:ext>
            </a:extLst>
          </p:cNvPr>
          <p:cNvSpPr>
            <a:spLocks noChangeArrowheads="1"/>
          </p:cNvSpPr>
          <p:nvPr/>
        </p:nvSpPr>
        <p:spPr bwMode="auto">
          <a:xfrm>
            <a:off x="762000" y="3352800"/>
            <a:ext cx="304800" cy="304800"/>
          </a:xfrm>
          <a:prstGeom prst="rect">
            <a:avLst/>
          </a:prstGeom>
          <a:solidFill>
            <a:srgbClr val="FF33CC"/>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5" name="Rectangle 219">
            <a:extLst>
              <a:ext uri="{FF2B5EF4-FFF2-40B4-BE49-F238E27FC236}">
                <a16:creationId xmlns:a16="http://schemas.microsoft.com/office/drawing/2014/main" id="{1EFE8762-4339-A95E-0A86-1A66CD3DDFE8}"/>
              </a:ext>
            </a:extLst>
          </p:cNvPr>
          <p:cNvSpPr>
            <a:spLocks noChangeArrowheads="1"/>
          </p:cNvSpPr>
          <p:nvPr/>
        </p:nvSpPr>
        <p:spPr bwMode="auto">
          <a:xfrm>
            <a:off x="762000" y="3657600"/>
            <a:ext cx="304800" cy="304800"/>
          </a:xfrm>
          <a:prstGeom prst="rect">
            <a:avLst/>
          </a:prstGeom>
          <a:solidFill>
            <a:srgbClr val="FF00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6" name="Rectangle 220">
            <a:extLst>
              <a:ext uri="{FF2B5EF4-FFF2-40B4-BE49-F238E27FC236}">
                <a16:creationId xmlns:a16="http://schemas.microsoft.com/office/drawing/2014/main" id="{B390559D-07F5-9EC4-C69E-750E88DC5FD5}"/>
              </a:ext>
            </a:extLst>
          </p:cNvPr>
          <p:cNvSpPr>
            <a:spLocks noChangeArrowheads="1"/>
          </p:cNvSpPr>
          <p:nvPr/>
        </p:nvSpPr>
        <p:spPr bwMode="auto">
          <a:xfrm>
            <a:off x="762000" y="3962400"/>
            <a:ext cx="304800" cy="304800"/>
          </a:xfrm>
          <a:prstGeom prst="rect">
            <a:avLst/>
          </a:prstGeom>
          <a:solidFill>
            <a:srgbClr val="CC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7" name="Rectangle 221">
            <a:extLst>
              <a:ext uri="{FF2B5EF4-FFF2-40B4-BE49-F238E27FC236}">
                <a16:creationId xmlns:a16="http://schemas.microsoft.com/office/drawing/2014/main" id="{2640B62A-2188-8AA1-2D60-9C9A4BAB6532}"/>
              </a:ext>
            </a:extLst>
          </p:cNvPr>
          <p:cNvSpPr>
            <a:spLocks noChangeArrowheads="1"/>
          </p:cNvSpPr>
          <p:nvPr/>
        </p:nvSpPr>
        <p:spPr bwMode="auto">
          <a:xfrm>
            <a:off x="762000" y="4267200"/>
            <a:ext cx="304800" cy="304800"/>
          </a:xfrm>
          <a:prstGeom prst="rect">
            <a:avLst/>
          </a:prstGeom>
          <a:solidFill>
            <a:srgbClr val="99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8" name="Rectangle 222">
            <a:extLst>
              <a:ext uri="{FF2B5EF4-FFF2-40B4-BE49-F238E27FC236}">
                <a16:creationId xmlns:a16="http://schemas.microsoft.com/office/drawing/2014/main" id="{0F10B76A-C927-489E-3EA1-CAB143EEBCD6}"/>
              </a:ext>
            </a:extLst>
          </p:cNvPr>
          <p:cNvSpPr>
            <a:spLocks noChangeArrowheads="1"/>
          </p:cNvSpPr>
          <p:nvPr/>
        </p:nvSpPr>
        <p:spPr bwMode="auto">
          <a:xfrm>
            <a:off x="762000" y="4572000"/>
            <a:ext cx="304800" cy="304800"/>
          </a:xfrm>
          <a:prstGeom prst="rect">
            <a:avLst/>
          </a:prstGeom>
          <a:solidFill>
            <a:srgbClr val="66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39" name="Rectangle 223">
            <a:extLst>
              <a:ext uri="{FF2B5EF4-FFF2-40B4-BE49-F238E27FC236}">
                <a16:creationId xmlns:a16="http://schemas.microsoft.com/office/drawing/2014/main" id="{2CAECE9C-FE9B-49A8-8945-B05FA5037FAE}"/>
              </a:ext>
            </a:extLst>
          </p:cNvPr>
          <p:cNvSpPr>
            <a:spLocks noChangeArrowheads="1"/>
          </p:cNvSpPr>
          <p:nvPr/>
        </p:nvSpPr>
        <p:spPr bwMode="auto">
          <a:xfrm>
            <a:off x="762000" y="4876800"/>
            <a:ext cx="304800" cy="304800"/>
          </a:xfrm>
          <a:prstGeom prst="rect">
            <a:avLst/>
          </a:prstGeom>
          <a:solidFill>
            <a:srgbClr val="33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0" name="Rectangle 224">
            <a:extLst>
              <a:ext uri="{FF2B5EF4-FFF2-40B4-BE49-F238E27FC236}">
                <a16:creationId xmlns:a16="http://schemas.microsoft.com/office/drawing/2014/main" id="{99C12DA5-F1FB-A5A7-FFA0-84A46432C96F}"/>
              </a:ext>
            </a:extLst>
          </p:cNvPr>
          <p:cNvSpPr>
            <a:spLocks noChangeArrowheads="1"/>
          </p:cNvSpPr>
          <p:nvPr/>
        </p:nvSpPr>
        <p:spPr bwMode="auto">
          <a:xfrm>
            <a:off x="762000" y="5181600"/>
            <a:ext cx="304800" cy="304800"/>
          </a:xfrm>
          <a:prstGeom prst="rect">
            <a:avLst/>
          </a:prstGeom>
          <a:solidFill>
            <a:srgbClr val="00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1" name="Rectangle 225">
            <a:extLst>
              <a:ext uri="{FF2B5EF4-FFF2-40B4-BE49-F238E27FC236}">
                <a16:creationId xmlns:a16="http://schemas.microsoft.com/office/drawing/2014/main" id="{264E698D-C4AC-4E18-65D8-BA24F44322D7}"/>
              </a:ext>
            </a:extLst>
          </p:cNvPr>
          <p:cNvSpPr>
            <a:spLocks noChangeArrowheads="1"/>
          </p:cNvSpPr>
          <p:nvPr/>
        </p:nvSpPr>
        <p:spPr bwMode="auto">
          <a:xfrm>
            <a:off x="762000" y="5486400"/>
            <a:ext cx="304800" cy="304800"/>
          </a:xfrm>
          <a:prstGeom prst="rect">
            <a:avLst/>
          </a:prstGeom>
          <a:solidFill>
            <a:srgbClr val="0099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2" name="Rectangle 226">
            <a:extLst>
              <a:ext uri="{FF2B5EF4-FFF2-40B4-BE49-F238E27FC236}">
                <a16:creationId xmlns:a16="http://schemas.microsoft.com/office/drawing/2014/main" id="{61151F4C-4615-52BF-332E-A61249B4000C}"/>
              </a:ext>
            </a:extLst>
          </p:cNvPr>
          <p:cNvSpPr>
            <a:spLocks noChangeArrowheads="1"/>
          </p:cNvSpPr>
          <p:nvPr/>
        </p:nvSpPr>
        <p:spPr bwMode="auto">
          <a:xfrm>
            <a:off x="762000" y="5791200"/>
            <a:ext cx="304800" cy="304800"/>
          </a:xfrm>
          <a:prstGeom prst="rect">
            <a:avLst/>
          </a:prstGeom>
          <a:solidFill>
            <a:srgbClr val="00CC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3" name="Rectangle 227">
            <a:extLst>
              <a:ext uri="{FF2B5EF4-FFF2-40B4-BE49-F238E27FC236}">
                <a16:creationId xmlns:a16="http://schemas.microsoft.com/office/drawing/2014/main" id="{0C1E5AE2-8810-C6B5-BF4D-F31D7A7BF631}"/>
              </a:ext>
            </a:extLst>
          </p:cNvPr>
          <p:cNvSpPr>
            <a:spLocks noChangeArrowheads="1"/>
          </p:cNvSpPr>
          <p:nvPr/>
        </p:nvSpPr>
        <p:spPr bwMode="auto">
          <a:xfrm>
            <a:off x="1981200" y="1524000"/>
            <a:ext cx="304800" cy="304800"/>
          </a:xfrm>
          <a:prstGeom prst="rect">
            <a:avLst/>
          </a:prstGeom>
          <a:solidFill>
            <a:srgbClr val="FFFF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4" name="Rectangle 228">
            <a:extLst>
              <a:ext uri="{FF2B5EF4-FFF2-40B4-BE49-F238E27FC236}">
                <a16:creationId xmlns:a16="http://schemas.microsoft.com/office/drawing/2014/main" id="{71C5FB41-DC4E-5CCB-DB95-FC86B61CA402}"/>
              </a:ext>
            </a:extLst>
          </p:cNvPr>
          <p:cNvSpPr>
            <a:spLocks noChangeArrowheads="1"/>
          </p:cNvSpPr>
          <p:nvPr/>
        </p:nvSpPr>
        <p:spPr bwMode="auto">
          <a:xfrm>
            <a:off x="3200400" y="2133600"/>
            <a:ext cx="304800" cy="304800"/>
          </a:xfrm>
          <a:prstGeom prst="rect">
            <a:avLst/>
          </a:prstGeom>
          <a:solidFill>
            <a:srgbClr val="FFFF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5" name="Rectangle 229">
            <a:extLst>
              <a:ext uri="{FF2B5EF4-FFF2-40B4-BE49-F238E27FC236}">
                <a16:creationId xmlns:a16="http://schemas.microsoft.com/office/drawing/2014/main" id="{09E4E463-C715-4AB4-75D8-D0E79E68D572}"/>
              </a:ext>
            </a:extLst>
          </p:cNvPr>
          <p:cNvSpPr>
            <a:spLocks noChangeArrowheads="1"/>
          </p:cNvSpPr>
          <p:nvPr/>
        </p:nvSpPr>
        <p:spPr bwMode="auto">
          <a:xfrm>
            <a:off x="4419600" y="3352800"/>
            <a:ext cx="304800" cy="304800"/>
          </a:xfrm>
          <a:prstGeom prst="rect">
            <a:avLst/>
          </a:prstGeom>
          <a:solidFill>
            <a:srgbClr val="FFFF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6" name="Rectangle 230">
            <a:extLst>
              <a:ext uri="{FF2B5EF4-FFF2-40B4-BE49-F238E27FC236}">
                <a16:creationId xmlns:a16="http://schemas.microsoft.com/office/drawing/2014/main" id="{BBE3A2B9-54F5-0C83-B7E9-3B4DC3376FFE}"/>
              </a:ext>
            </a:extLst>
          </p:cNvPr>
          <p:cNvSpPr>
            <a:spLocks noChangeArrowheads="1"/>
          </p:cNvSpPr>
          <p:nvPr/>
        </p:nvSpPr>
        <p:spPr bwMode="auto">
          <a:xfrm>
            <a:off x="5638800" y="5791200"/>
            <a:ext cx="304800" cy="304800"/>
          </a:xfrm>
          <a:prstGeom prst="rect">
            <a:avLst/>
          </a:prstGeom>
          <a:solidFill>
            <a:srgbClr val="FFFF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7" name="Rectangle 231">
            <a:extLst>
              <a:ext uri="{FF2B5EF4-FFF2-40B4-BE49-F238E27FC236}">
                <a16:creationId xmlns:a16="http://schemas.microsoft.com/office/drawing/2014/main" id="{6E9090B6-EFB3-FA56-8E2B-C697D0B56896}"/>
              </a:ext>
            </a:extLst>
          </p:cNvPr>
          <p:cNvSpPr>
            <a:spLocks noChangeArrowheads="1"/>
          </p:cNvSpPr>
          <p:nvPr/>
        </p:nvSpPr>
        <p:spPr bwMode="auto">
          <a:xfrm>
            <a:off x="1981200" y="1219200"/>
            <a:ext cx="304800" cy="304800"/>
          </a:xfrm>
          <a:prstGeom prst="rect">
            <a:avLst/>
          </a:prstGeom>
          <a:solidFill>
            <a:srgbClr val="FFCC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8" name="Rectangle 232">
            <a:extLst>
              <a:ext uri="{FF2B5EF4-FFF2-40B4-BE49-F238E27FC236}">
                <a16:creationId xmlns:a16="http://schemas.microsoft.com/office/drawing/2014/main" id="{1D7A84BA-BFC5-789D-6F70-3749DC1F6C6F}"/>
              </a:ext>
            </a:extLst>
          </p:cNvPr>
          <p:cNvSpPr>
            <a:spLocks noChangeArrowheads="1"/>
          </p:cNvSpPr>
          <p:nvPr/>
        </p:nvSpPr>
        <p:spPr bwMode="auto">
          <a:xfrm>
            <a:off x="3200400" y="1828800"/>
            <a:ext cx="304800" cy="304800"/>
          </a:xfrm>
          <a:prstGeom prst="rect">
            <a:avLst/>
          </a:prstGeom>
          <a:solidFill>
            <a:srgbClr val="FFCC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49" name="Rectangle 233">
            <a:extLst>
              <a:ext uri="{FF2B5EF4-FFF2-40B4-BE49-F238E27FC236}">
                <a16:creationId xmlns:a16="http://schemas.microsoft.com/office/drawing/2014/main" id="{CB718D25-5640-EBFA-C55B-0F626A778F90}"/>
              </a:ext>
            </a:extLst>
          </p:cNvPr>
          <p:cNvSpPr>
            <a:spLocks noChangeArrowheads="1"/>
          </p:cNvSpPr>
          <p:nvPr/>
        </p:nvSpPr>
        <p:spPr bwMode="auto">
          <a:xfrm>
            <a:off x="4419600" y="3048000"/>
            <a:ext cx="304800" cy="304800"/>
          </a:xfrm>
          <a:prstGeom prst="rect">
            <a:avLst/>
          </a:prstGeom>
          <a:solidFill>
            <a:srgbClr val="FFCC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0" name="Rectangle 234">
            <a:extLst>
              <a:ext uri="{FF2B5EF4-FFF2-40B4-BE49-F238E27FC236}">
                <a16:creationId xmlns:a16="http://schemas.microsoft.com/office/drawing/2014/main" id="{497E8680-F90E-7E82-F498-1A9302D0A000}"/>
              </a:ext>
            </a:extLst>
          </p:cNvPr>
          <p:cNvSpPr>
            <a:spLocks noChangeArrowheads="1"/>
          </p:cNvSpPr>
          <p:nvPr/>
        </p:nvSpPr>
        <p:spPr bwMode="auto">
          <a:xfrm>
            <a:off x="5638800" y="5486400"/>
            <a:ext cx="304800" cy="304800"/>
          </a:xfrm>
          <a:prstGeom prst="rect">
            <a:avLst/>
          </a:prstGeom>
          <a:solidFill>
            <a:srgbClr val="FFCC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1" name="Rectangle 235">
            <a:extLst>
              <a:ext uri="{FF2B5EF4-FFF2-40B4-BE49-F238E27FC236}">
                <a16:creationId xmlns:a16="http://schemas.microsoft.com/office/drawing/2014/main" id="{997A1FC8-8A99-96CA-BA2E-7F5591D47C72}"/>
              </a:ext>
            </a:extLst>
          </p:cNvPr>
          <p:cNvSpPr>
            <a:spLocks noChangeArrowheads="1"/>
          </p:cNvSpPr>
          <p:nvPr/>
        </p:nvSpPr>
        <p:spPr bwMode="auto">
          <a:xfrm>
            <a:off x="1981200" y="2133600"/>
            <a:ext cx="304800" cy="304800"/>
          </a:xfrm>
          <a:prstGeom prst="rect">
            <a:avLst/>
          </a:prstGeom>
          <a:solidFill>
            <a:srgbClr val="FF9933"/>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2" name="Rectangle 236">
            <a:extLst>
              <a:ext uri="{FF2B5EF4-FFF2-40B4-BE49-F238E27FC236}">
                <a16:creationId xmlns:a16="http://schemas.microsoft.com/office/drawing/2014/main" id="{F18B1C6E-8C27-39B9-EB74-1DB3AE923E78}"/>
              </a:ext>
            </a:extLst>
          </p:cNvPr>
          <p:cNvSpPr>
            <a:spLocks noChangeArrowheads="1"/>
          </p:cNvSpPr>
          <p:nvPr/>
        </p:nvSpPr>
        <p:spPr bwMode="auto">
          <a:xfrm>
            <a:off x="3200400" y="1524000"/>
            <a:ext cx="304800" cy="304800"/>
          </a:xfrm>
          <a:prstGeom prst="rect">
            <a:avLst/>
          </a:prstGeom>
          <a:solidFill>
            <a:srgbClr val="FF9933"/>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3" name="Rectangle 237">
            <a:extLst>
              <a:ext uri="{FF2B5EF4-FFF2-40B4-BE49-F238E27FC236}">
                <a16:creationId xmlns:a16="http://schemas.microsoft.com/office/drawing/2014/main" id="{9291B6F8-E6C1-C91B-14FB-3AB6E7AEAF6D}"/>
              </a:ext>
            </a:extLst>
          </p:cNvPr>
          <p:cNvSpPr>
            <a:spLocks noChangeArrowheads="1"/>
          </p:cNvSpPr>
          <p:nvPr/>
        </p:nvSpPr>
        <p:spPr bwMode="auto">
          <a:xfrm>
            <a:off x="4419600" y="2743200"/>
            <a:ext cx="304800" cy="304800"/>
          </a:xfrm>
          <a:prstGeom prst="rect">
            <a:avLst/>
          </a:prstGeom>
          <a:solidFill>
            <a:srgbClr val="FF9933"/>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4" name="Rectangle 238">
            <a:extLst>
              <a:ext uri="{FF2B5EF4-FFF2-40B4-BE49-F238E27FC236}">
                <a16:creationId xmlns:a16="http://schemas.microsoft.com/office/drawing/2014/main" id="{0DC5BBC9-1CF0-48F6-21BD-D0798A83992D}"/>
              </a:ext>
            </a:extLst>
          </p:cNvPr>
          <p:cNvSpPr>
            <a:spLocks noChangeArrowheads="1"/>
          </p:cNvSpPr>
          <p:nvPr/>
        </p:nvSpPr>
        <p:spPr bwMode="auto">
          <a:xfrm>
            <a:off x="5638800" y="5181600"/>
            <a:ext cx="304800" cy="304800"/>
          </a:xfrm>
          <a:prstGeom prst="rect">
            <a:avLst/>
          </a:prstGeom>
          <a:solidFill>
            <a:srgbClr val="FF9933"/>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5" name="Rectangle 239">
            <a:extLst>
              <a:ext uri="{FF2B5EF4-FFF2-40B4-BE49-F238E27FC236}">
                <a16:creationId xmlns:a16="http://schemas.microsoft.com/office/drawing/2014/main" id="{A067DD9B-D7F4-9391-6E44-FFFC2D0132BD}"/>
              </a:ext>
            </a:extLst>
          </p:cNvPr>
          <p:cNvSpPr>
            <a:spLocks noChangeArrowheads="1"/>
          </p:cNvSpPr>
          <p:nvPr/>
        </p:nvSpPr>
        <p:spPr bwMode="auto">
          <a:xfrm>
            <a:off x="1981200" y="1828800"/>
            <a:ext cx="304800" cy="304800"/>
          </a:xfrm>
          <a:prstGeom prst="rect">
            <a:avLst/>
          </a:prstGeom>
          <a:solidFill>
            <a:srgbClr val="FF66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6" name="Rectangle 240">
            <a:extLst>
              <a:ext uri="{FF2B5EF4-FFF2-40B4-BE49-F238E27FC236}">
                <a16:creationId xmlns:a16="http://schemas.microsoft.com/office/drawing/2014/main" id="{17CB4A71-3CFD-8347-2120-D13965C56476}"/>
              </a:ext>
            </a:extLst>
          </p:cNvPr>
          <p:cNvSpPr>
            <a:spLocks noChangeArrowheads="1"/>
          </p:cNvSpPr>
          <p:nvPr/>
        </p:nvSpPr>
        <p:spPr bwMode="auto">
          <a:xfrm>
            <a:off x="3200400" y="1219200"/>
            <a:ext cx="304800" cy="304800"/>
          </a:xfrm>
          <a:prstGeom prst="rect">
            <a:avLst/>
          </a:prstGeom>
          <a:solidFill>
            <a:srgbClr val="FF66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7" name="Rectangle 241">
            <a:extLst>
              <a:ext uri="{FF2B5EF4-FFF2-40B4-BE49-F238E27FC236}">
                <a16:creationId xmlns:a16="http://schemas.microsoft.com/office/drawing/2014/main" id="{3DBD4569-6F55-9B31-DDD5-99E6A4D073B7}"/>
              </a:ext>
            </a:extLst>
          </p:cNvPr>
          <p:cNvSpPr>
            <a:spLocks noChangeArrowheads="1"/>
          </p:cNvSpPr>
          <p:nvPr/>
        </p:nvSpPr>
        <p:spPr bwMode="auto">
          <a:xfrm>
            <a:off x="4419600" y="2438400"/>
            <a:ext cx="304800" cy="304800"/>
          </a:xfrm>
          <a:prstGeom prst="rect">
            <a:avLst/>
          </a:prstGeom>
          <a:solidFill>
            <a:srgbClr val="FF66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8" name="Rectangle 242">
            <a:extLst>
              <a:ext uri="{FF2B5EF4-FFF2-40B4-BE49-F238E27FC236}">
                <a16:creationId xmlns:a16="http://schemas.microsoft.com/office/drawing/2014/main" id="{804665DB-92F1-6A0E-EB4B-D849BE9F75D8}"/>
              </a:ext>
            </a:extLst>
          </p:cNvPr>
          <p:cNvSpPr>
            <a:spLocks noChangeArrowheads="1"/>
          </p:cNvSpPr>
          <p:nvPr/>
        </p:nvSpPr>
        <p:spPr bwMode="auto">
          <a:xfrm>
            <a:off x="5638800" y="4876800"/>
            <a:ext cx="304800" cy="304800"/>
          </a:xfrm>
          <a:prstGeom prst="rect">
            <a:avLst/>
          </a:prstGeom>
          <a:solidFill>
            <a:srgbClr val="FF66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59" name="Rectangle 243">
            <a:extLst>
              <a:ext uri="{FF2B5EF4-FFF2-40B4-BE49-F238E27FC236}">
                <a16:creationId xmlns:a16="http://schemas.microsoft.com/office/drawing/2014/main" id="{C9C6EF9D-C1B6-93BA-9BB2-E072E048D4D8}"/>
              </a:ext>
            </a:extLst>
          </p:cNvPr>
          <p:cNvSpPr>
            <a:spLocks noChangeArrowheads="1"/>
          </p:cNvSpPr>
          <p:nvPr/>
        </p:nvSpPr>
        <p:spPr bwMode="auto">
          <a:xfrm>
            <a:off x="1981200" y="2743200"/>
            <a:ext cx="304800" cy="304800"/>
          </a:xfrm>
          <a:prstGeom prst="rect">
            <a:avLst/>
          </a:prstGeom>
          <a:solidFill>
            <a:srgbClr val="FF505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0" name="Rectangle 244">
            <a:extLst>
              <a:ext uri="{FF2B5EF4-FFF2-40B4-BE49-F238E27FC236}">
                <a16:creationId xmlns:a16="http://schemas.microsoft.com/office/drawing/2014/main" id="{8C86020F-573B-03B1-774D-8B320C52522F}"/>
              </a:ext>
            </a:extLst>
          </p:cNvPr>
          <p:cNvSpPr>
            <a:spLocks noChangeArrowheads="1"/>
          </p:cNvSpPr>
          <p:nvPr/>
        </p:nvSpPr>
        <p:spPr bwMode="auto">
          <a:xfrm>
            <a:off x="3200400" y="3352800"/>
            <a:ext cx="304800" cy="304800"/>
          </a:xfrm>
          <a:prstGeom prst="rect">
            <a:avLst/>
          </a:prstGeom>
          <a:solidFill>
            <a:srgbClr val="FF505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1" name="Rectangle 245">
            <a:extLst>
              <a:ext uri="{FF2B5EF4-FFF2-40B4-BE49-F238E27FC236}">
                <a16:creationId xmlns:a16="http://schemas.microsoft.com/office/drawing/2014/main" id="{B1CDF76D-2310-021D-DFD0-70B6D02E6FBC}"/>
              </a:ext>
            </a:extLst>
          </p:cNvPr>
          <p:cNvSpPr>
            <a:spLocks noChangeArrowheads="1"/>
          </p:cNvSpPr>
          <p:nvPr/>
        </p:nvSpPr>
        <p:spPr bwMode="auto">
          <a:xfrm>
            <a:off x="4419600" y="2133600"/>
            <a:ext cx="304800" cy="304800"/>
          </a:xfrm>
          <a:prstGeom prst="rect">
            <a:avLst/>
          </a:prstGeom>
          <a:solidFill>
            <a:srgbClr val="FF505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2" name="Rectangle 246">
            <a:extLst>
              <a:ext uri="{FF2B5EF4-FFF2-40B4-BE49-F238E27FC236}">
                <a16:creationId xmlns:a16="http://schemas.microsoft.com/office/drawing/2014/main" id="{85C12F30-34F0-AAEB-BEC4-69FD947F14AE}"/>
              </a:ext>
            </a:extLst>
          </p:cNvPr>
          <p:cNvSpPr>
            <a:spLocks noChangeArrowheads="1"/>
          </p:cNvSpPr>
          <p:nvPr/>
        </p:nvSpPr>
        <p:spPr bwMode="auto">
          <a:xfrm>
            <a:off x="5638800" y="4572000"/>
            <a:ext cx="304800" cy="304800"/>
          </a:xfrm>
          <a:prstGeom prst="rect">
            <a:avLst/>
          </a:prstGeom>
          <a:solidFill>
            <a:srgbClr val="FF505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3" name="Rectangle 247">
            <a:extLst>
              <a:ext uri="{FF2B5EF4-FFF2-40B4-BE49-F238E27FC236}">
                <a16:creationId xmlns:a16="http://schemas.microsoft.com/office/drawing/2014/main" id="{C20CC44F-2C38-BBC7-5352-38F531391BD2}"/>
              </a:ext>
            </a:extLst>
          </p:cNvPr>
          <p:cNvSpPr>
            <a:spLocks noChangeArrowheads="1"/>
          </p:cNvSpPr>
          <p:nvPr/>
        </p:nvSpPr>
        <p:spPr bwMode="auto">
          <a:xfrm>
            <a:off x="1981200" y="2438400"/>
            <a:ext cx="304800" cy="304800"/>
          </a:xfrm>
          <a:prstGeom prst="rect">
            <a:avLst/>
          </a:prstGeom>
          <a:solidFill>
            <a:srgbClr val="FF0066"/>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4" name="Rectangle 248">
            <a:extLst>
              <a:ext uri="{FF2B5EF4-FFF2-40B4-BE49-F238E27FC236}">
                <a16:creationId xmlns:a16="http://schemas.microsoft.com/office/drawing/2014/main" id="{DACAA0C1-516E-C8E1-AF60-83582CE8FA6B}"/>
              </a:ext>
            </a:extLst>
          </p:cNvPr>
          <p:cNvSpPr>
            <a:spLocks noChangeArrowheads="1"/>
          </p:cNvSpPr>
          <p:nvPr/>
        </p:nvSpPr>
        <p:spPr bwMode="auto">
          <a:xfrm>
            <a:off x="3200400" y="3048000"/>
            <a:ext cx="304800" cy="304800"/>
          </a:xfrm>
          <a:prstGeom prst="rect">
            <a:avLst/>
          </a:prstGeom>
          <a:solidFill>
            <a:srgbClr val="FF0066"/>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5" name="Rectangle 249">
            <a:extLst>
              <a:ext uri="{FF2B5EF4-FFF2-40B4-BE49-F238E27FC236}">
                <a16:creationId xmlns:a16="http://schemas.microsoft.com/office/drawing/2014/main" id="{59F302DC-710F-37F2-9B50-83A58DAFA881}"/>
              </a:ext>
            </a:extLst>
          </p:cNvPr>
          <p:cNvSpPr>
            <a:spLocks noChangeArrowheads="1"/>
          </p:cNvSpPr>
          <p:nvPr/>
        </p:nvSpPr>
        <p:spPr bwMode="auto">
          <a:xfrm>
            <a:off x="4419600" y="1828800"/>
            <a:ext cx="304800" cy="304800"/>
          </a:xfrm>
          <a:prstGeom prst="rect">
            <a:avLst/>
          </a:prstGeom>
          <a:solidFill>
            <a:srgbClr val="FF0066"/>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6" name="Rectangle 250">
            <a:extLst>
              <a:ext uri="{FF2B5EF4-FFF2-40B4-BE49-F238E27FC236}">
                <a16:creationId xmlns:a16="http://schemas.microsoft.com/office/drawing/2014/main" id="{3C955602-91B8-81FD-EE12-D8B64D4C7A59}"/>
              </a:ext>
            </a:extLst>
          </p:cNvPr>
          <p:cNvSpPr>
            <a:spLocks noChangeArrowheads="1"/>
          </p:cNvSpPr>
          <p:nvPr/>
        </p:nvSpPr>
        <p:spPr bwMode="auto">
          <a:xfrm>
            <a:off x="5638800" y="4267200"/>
            <a:ext cx="304800" cy="304800"/>
          </a:xfrm>
          <a:prstGeom prst="rect">
            <a:avLst/>
          </a:prstGeom>
          <a:solidFill>
            <a:srgbClr val="FF0066"/>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7" name="Rectangle 251">
            <a:extLst>
              <a:ext uri="{FF2B5EF4-FFF2-40B4-BE49-F238E27FC236}">
                <a16:creationId xmlns:a16="http://schemas.microsoft.com/office/drawing/2014/main" id="{4F1ADDFB-0D4B-6BC4-81BC-60C1723493F6}"/>
              </a:ext>
            </a:extLst>
          </p:cNvPr>
          <p:cNvSpPr>
            <a:spLocks noChangeArrowheads="1"/>
          </p:cNvSpPr>
          <p:nvPr/>
        </p:nvSpPr>
        <p:spPr bwMode="auto">
          <a:xfrm>
            <a:off x="1981200" y="3352800"/>
            <a:ext cx="304800" cy="304800"/>
          </a:xfrm>
          <a:prstGeom prst="rect">
            <a:avLst/>
          </a:prstGeom>
          <a:solidFill>
            <a:srgbClr val="FF3399"/>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8" name="Rectangle 252">
            <a:extLst>
              <a:ext uri="{FF2B5EF4-FFF2-40B4-BE49-F238E27FC236}">
                <a16:creationId xmlns:a16="http://schemas.microsoft.com/office/drawing/2014/main" id="{BD4E01A4-4969-95F8-2C76-80748FE06B10}"/>
              </a:ext>
            </a:extLst>
          </p:cNvPr>
          <p:cNvSpPr>
            <a:spLocks noChangeArrowheads="1"/>
          </p:cNvSpPr>
          <p:nvPr/>
        </p:nvSpPr>
        <p:spPr bwMode="auto">
          <a:xfrm>
            <a:off x="3200400" y="2743200"/>
            <a:ext cx="304800" cy="304800"/>
          </a:xfrm>
          <a:prstGeom prst="rect">
            <a:avLst/>
          </a:prstGeom>
          <a:solidFill>
            <a:srgbClr val="FF3399"/>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69" name="Rectangle 253">
            <a:extLst>
              <a:ext uri="{FF2B5EF4-FFF2-40B4-BE49-F238E27FC236}">
                <a16:creationId xmlns:a16="http://schemas.microsoft.com/office/drawing/2014/main" id="{80E2153A-1382-C33C-888E-2FC6F6148935}"/>
              </a:ext>
            </a:extLst>
          </p:cNvPr>
          <p:cNvSpPr>
            <a:spLocks noChangeArrowheads="1"/>
          </p:cNvSpPr>
          <p:nvPr/>
        </p:nvSpPr>
        <p:spPr bwMode="auto">
          <a:xfrm>
            <a:off x="4419600" y="1524000"/>
            <a:ext cx="304800" cy="304800"/>
          </a:xfrm>
          <a:prstGeom prst="rect">
            <a:avLst/>
          </a:prstGeom>
          <a:solidFill>
            <a:srgbClr val="FF3399"/>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0" name="Rectangle 254">
            <a:extLst>
              <a:ext uri="{FF2B5EF4-FFF2-40B4-BE49-F238E27FC236}">
                <a16:creationId xmlns:a16="http://schemas.microsoft.com/office/drawing/2014/main" id="{9DE48C20-82EE-B498-5463-CB1A208B5D81}"/>
              </a:ext>
            </a:extLst>
          </p:cNvPr>
          <p:cNvSpPr>
            <a:spLocks noChangeArrowheads="1"/>
          </p:cNvSpPr>
          <p:nvPr/>
        </p:nvSpPr>
        <p:spPr bwMode="auto">
          <a:xfrm>
            <a:off x="5638800" y="3962400"/>
            <a:ext cx="304800" cy="304800"/>
          </a:xfrm>
          <a:prstGeom prst="rect">
            <a:avLst/>
          </a:prstGeom>
          <a:solidFill>
            <a:srgbClr val="FF3399"/>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1" name="Rectangle 255">
            <a:extLst>
              <a:ext uri="{FF2B5EF4-FFF2-40B4-BE49-F238E27FC236}">
                <a16:creationId xmlns:a16="http://schemas.microsoft.com/office/drawing/2014/main" id="{E54C0CDF-BC2D-9669-2C75-52D3E314560D}"/>
              </a:ext>
            </a:extLst>
          </p:cNvPr>
          <p:cNvSpPr>
            <a:spLocks noChangeArrowheads="1"/>
          </p:cNvSpPr>
          <p:nvPr/>
        </p:nvSpPr>
        <p:spPr bwMode="auto">
          <a:xfrm>
            <a:off x="1981200" y="3048000"/>
            <a:ext cx="304800" cy="304800"/>
          </a:xfrm>
          <a:prstGeom prst="rect">
            <a:avLst/>
          </a:prstGeom>
          <a:solidFill>
            <a:srgbClr val="FF33CC"/>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2" name="Rectangle 256">
            <a:extLst>
              <a:ext uri="{FF2B5EF4-FFF2-40B4-BE49-F238E27FC236}">
                <a16:creationId xmlns:a16="http://schemas.microsoft.com/office/drawing/2014/main" id="{058BD6C4-EBAA-3C7E-55D7-CCCBF2520A8E}"/>
              </a:ext>
            </a:extLst>
          </p:cNvPr>
          <p:cNvSpPr>
            <a:spLocks noChangeArrowheads="1"/>
          </p:cNvSpPr>
          <p:nvPr/>
        </p:nvSpPr>
        <p:spPr bwMode="auto">
          <a:xfrm>
            <a:off x="3200400" y="2438400"/>
            <a:ext cx="304800" cy="304800"/>
          </a:xfrm>
          <a:prstGeom prst="rect">
            <a:avLst/>
          </a:prstGeom>
          <a:solidFill>
            <a:srgbClr val="FF33CC"/>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3" name="Rectangle 257">
            <a:extLst>
              <a:ext uri="{FF2B5EF4-FFF2-40B4-BE49-F238E27FC236}">
                <a16:creationId xmlns:a16="http://schemas.microsoft.com/office/drawing/2014/main" id="{FA1C43F7-CE83-EBEB-9CD4-8EB3BE53248A}"/>
              </a:ext>
            </a:extLst>
          </p:cNvPr>
          <p:cNvSpPr>
            <a:spLocks noChangeArrowheads="1"/>
          </p:cNvSpPr>
          <p:nvPr/>
        </p:nvSpPr>
        <p:spPr bwMode="auto">
          <a:xfrm>
            <a:off x="4419600" y="1219200"/>
            <a:ext cx="304800" cy="304800"/>
          </a:xfrm>
          <a:prstGeom prst="rect">
            <a:avLst/>
          </a:prstGeom>
          <a:solidFill>
            <a:srgbClr val="FF33CC"/>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4" name="Rectangle 258">
            <a:extLst>
              <a:ext uri="{FF2B5EF4-FFF2-40B4-BE49-F238E27FC236}">
                <a16:creationId xmlns:a16="http://schemas.microsoft.com/office/drawing/2014/main" id="{F57093EE-C9CE-4900-BBA3-27C406AF3D8E}"/>
              </a:ext>
            </a:extLst>
          </p:cNvPr>
          <p:cNvSpPr>
            <a:spLocks noChangeArrowheads="1"/>
          </p:cNvSpPr>
          <p:nvPr/>
        </p:nvSpPr>
        <p:spPr bwMode="auto">
          <a:xfrm>
            <a:off x="5638800" y="3657600"/>
            <a:ext cx="304800" cy="304800"/>
          </a:xfrm>
          <a:prstGeom prst="rect">
            <a:avLst/>
          </a:prstGeom>
          <a:solidFill>
            <a:srgbClr val="FF33CC"/>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5" name="Rectangle 259">
            <a:extLst>
              <a:ext uri="{FF2B5EF4-FFF2-40B4-BE49-F238E27FC236}">
                <a16:creationId xmlns:a16="http://schemas.microsoft.com/office/drawing/2014/main" id="{5475CA8A-D41B-5832-E688-05617B5208A5}"/>
              </a:ext>
            </a:extLst>
          </p:cNvPr>
          <p:cNvSpPr>
            <a:spLocks noChangeArrowheads="1"/>
          </p:cNvSpPr>
          <p:nvPr/>
        </p:nvSpPr>
        <p:spPr bwMode="auto">
          <a:xfrm>
            <a:off x="1981200" y="3962400"/>
            <a:ext cx="304800" cy="304800"/>
          </a:xfrm>
          <a:prstGeom prst="rect">
            <a:avLst/>
          </a:prstGeom>
          <a:solidFill>
            <a:srgbClr val="FF00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6" name="Rectangle 260">
            <a:extLst>
              <a:ext uri="{FF2B5EF4-FFF2-40B4-BE49-F238E27FC236}">
                <a16:creationId xmlns:a16="http://schemas.microsoft.com/office/drawing/2014/main" id="{17A1AF2B-25F6-460A-9F80-AF53D54AE546}"/>
              </a:ext>
            </a:extLst>
          </p:cNvPr>
          <p:cNvSpPr>
            <a:spLocks noChangeArrowheads="1"/>
          </p:cNvSpPr>
          <p:nvPr/>
        </p:nvSpPr>
        <p:spPr bwMode="auto">
          <a:xfrm>
            <a:off x="3200400" y="4572000"/>
            <a:ext cx="304800" cy="304800"/>
          </a:xfrm>
          <a:prstGeom prst="rect">
            <a:avLst/>
          </a:prstGeom>
          <a:solidFill>
            <a:srgbClr val="FF00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7" name="Rectangle 261">
            <a:extLst>
              <a:ext uri="{FF2B5EF4-FFF2-40B4-BE49-F238E27FC236}">
                <a16:creationId xmlns:a16="http://schemas.microsoft.com/office/drawing/2014/main" id="{43D1CFA7-117A-2B6A-9694-129933EBE176}"/>
              </a:ext>
            </a:extLst>
          </p:cNvPr>
          <p:cNvSpPr>
            <a:spLocks noChangeArrowheads="1"/>
          </p:cNvSpPr>
          <p:nvPr/>
        </p:nvSpPr>
        <p:spPr bwMode="auto">
          <a:xfrm>
            <a:off x="4419600" y="5791200"/>
            <a:ext cx="304800" cy="304800"/>
          </a:xfrm>
          <a:prstGeom prst="rect">
            <a:avLst/>
          </a:prstGeom>
          <a:solidFill>
            <a:srgbClr val="FF00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8" name="Rectangle 262">
            <a:extLst>
              <a:ext uri="{FF2B5EF4-FFF2-40B4-BE49-F238E27FC236}">
                <a16:creationId xmlns:a16="http://schemas.microsoft.com/office/drawing/2014/main" id="{8FA163AE-A5AF-C449-B1AC-AAAF3A356A05}"/>
              </a:ext>
            </a:extLst>
          </p:cNvPr>
          <p:cNvSpPr>
            <a:spLocks noChangeArrowheads="1"/>
          </p:cNvSpPr>
          <p:nvPr/>
        </p:nvSpPr>
        <p:spPr bwMode="auto">
          <a:xfrm>
            <a:off x="5638800" y="3352800"/>
            <a:ext cx="304800" cy="304800"/>
          </a:xfrm>
          <a:prstGeom prst="rect">
            <a:avLst/>
          </a:prstGeom>
          <a:solidFill>
            <a:srgbClr val="FF00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79" name="Rectangle 263">
            <a:extLst>
              <a:ext uri="{FF2B5EF4-FFF2-40B4-BE49-F238E27FC236}">
                <a16:creationId xmlns:a16="http://schemas.microsoft.com/office/drawing/2014/main" id="{5CC9FBAD-19C0-0DE5-C282-9AE52E30D55A}"/>
              </a:ext>
            </a:extLst>
          </p:cNvPr>
          <p:cNvSpPr>
            <a:spLocks noChangeArrowheads="1"/>
          </p:cNvSpPr>
          <p:nvPr/>
        </p:nvSpPr>
        <p:spPr bwMode="auto">
          <a:xfrm>
            <a:off x="1981200" y="3657600"/>
            <a:ext cx="304800" cy="304800"/>
          </a:xfrm>
          <a:prstGeom prst="rect">
            <a:avLst/>
          </a:prstGeom>
          <a:solidFill>
            <a:srgbClr val="CC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0" name="Rectangle 264">
            <a:extLst>
              <a:ext uri="{FF2B5EF4-FFF2-40B4-BE49-F238E27FC236}">
                <a16:creationId xmlns:a16="http://schemas.microsoft.com/office/drawing/2014/main" id="{19A737E9-8B0C-5469-1D48-1F1043865E78}"/>
              </a:ext>
            </a:extLst>
          </p:cNvPr>
          <p:cNvSpPr>
            <a:spLocks noChangeArrowheads="1"/>
          </p:cNvSpPr>
          <p:nvPr/>
        </p:nvSpPr>
        <p:spPr bwMode="auto">
          <a:xfrm>
            <a:off x="3200400" y="4267200"/>
            <a:ext cx="304800" cy="304800"/>
          </a:xfrm>
          <a:prstGeom prst="rect">
            <a:avLst/>
          </a:prstGeom>
          <a:solidFill>
            <a:srgbClr val="CC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1" name="Rectangle 265">
            <a:extLst>
              <a:ext uri="{FF2B5EF4-FFF2-40B4-BE49-F238E27FC236}">
                <a16:creationId xmlns:a16="http://schemas.microsoft.com/office/drawing/2014/main" id="{91D125FB-FFDB-AC99-ED28-5FF9D6047EFA}"/>
              </a:ext>
            </a:extLst>
          </p:cNvPr>
          <p:cNvSpPr>
            <a:spLocks noChangeArrowheads="1"/>
          </p:cNvSpPr>
          <p:nvPr/>
        </p:nvSpPr>
        <p:spPr bwMode="auto">
          <a:xfrm>
            <a:off x="4419600" y="5486400"/>
            <a:ext cx="304800" cy="304800"/>
          </a:xfrm>
          <a:prstGeom prst="rect">
            <a:avLst/>
          </a:prstGeom>
          <a:solidFill>
            <a:srgbClr val="CC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2" name="Rectangle 266">
            <a:extLst>
              <a:ext uri="{FF2B5EF4-FFF2-40B4-BE49-F238E27FC236}">
                <a16:creationId xmlns:a16="http://schemas.microsoft.com/office/drawing/2014/main" id="{8494B36E-04C2-D6DB-B15A-0924B4790470}"/>
              </a:ext>
            </a:extLst>
          </p:cNvPr>
          <p:cNvSpPr>
            <a:spLocks noChangeArrowheads="1"/>
          </p:cNvSpPr>
          <p:nvPr/>
        </p:nvSpPr>
        <p:spPr bwMode="auto">
          <a:xfrm>
            <a:off x="5638800" y="3048000"/>
            <a:ext cx="304800" cy="304800"/>
          </a:xfrm>
          <a:prstGeom prst="rect">
            <a:avLst/>
          </a:prstGeom>
          <a:solidFill>
            <a:srgbClr val="CC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3" name="Rectangle 267">
            <a:extLst>
              <a:ext uri="{FF2B5EF4-FFF2-40B4-BE49-F238E27FC236}">
                <a16:creationId xmlns:a16="http://schemas.microsoft.com/office/drawing/2014/main" id="{8968D006-F3AF-A003-2AF2-8024F44097FE}"/>
              </a:ext>
            </a:extLst>
          </p:cNvPr>
          <p:cNvSpPr>
            <a:spLocks noChangeArrowheads="1"/>
          </p:cNvSpPr>
          <p:nvPr/>
        </p:nvSpPr>
        <p:spPr bwMode="auto">
          <a:xfrm>
            <a:off x="1981200" y="4572000"/>
            <a:ext cx="304800" cy="304800"/>
          </a:xfrm>
          <a:prstGeom prst="rect">
            <a:avLst/>
          </a:prstGeom>
          <a:solidFill>
            <a:srgbClr val="99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4" name="Rectangle 268">
            <a:extLst>
              <a:ext uri="{FF2B5EF4-FFF2-40B4-BE49-F238E27FC236}">
                <a16:creationId xmlns:a16="http://schemas.microsoft.com/office/drawing/2014/main" id="{B058B781-6FFA-ADFA-9C6A-59D359B40FC5}"/>
              </a:ext>
            </a:extLst>
          </p:cNvPr>
          <p:cNvSpPr>
            <a:spLocks noChangeArrowheads="1"/>
          </p:cNvSpPr>
          <p:nvPr/>
        </p:nvSpPr>
        <p:spPr bwMode="auto">
          <a:xfrm>
            <a:off x="3200400" y="3962400"/>
            <a:ext cx="304800" cy="304800"/>
          </a:xfrm>
          <a:prstGeom prst="rect">
            <a:avLst/>
          </a:prstGeom>
          <a:solidFill>
            <a:srgbClr val="99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5" name="Rectangle 269">
            <a:extLst>
              <a:ext uri="{FF2B5EF4-FFF2-40B4-BE49-F238E27FC236}">
                <a16:creationId xmlns:a16="http://schemas.microsoft.com/office/drawing/2014/main" id="{C70C5E5B-027B-5C10-1A02-2F401190DB6C}"/>
              </a:ext>
            </a:extLst>
          </p:cNvPr>
          <p:cNvSpPr>
            <a:spLocks noChangeArrowheads="1"/>
          </p:cNvSpPr>
          <p:nvPr/>
        </p:nvSpPr>
        <p:spPr bwMode="auto">
          <a:xfrm>
            <a:off x="4419600" y="5181600"/>
            <a:ext cx="304800" cy="304800"/>
          </a:xfrm>
          <a:prstGeom prst="rect">
            <a:avLst/>
          </a:prstGeom>
          <a:solidFill>
            <a:srgbClr val="99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6" name="Rectangle 270">
            <a:extLst>
              <a:ext uri="{FF2B5EF4-FFF2-40B4-BE49-F238E27FC236}">
                <a16:creationId xmlns:a16="http://schemas.microsoft.com/office/drawing/2014/main" id="{B7678446-1323-DABE-1052-33F59B8EB0C6}"/>
              </a:ext>
            </a:extLst>
          </p:cNvPr>
          <p:cNvSpPr>
            <a:spLocks noChangeArrowheads="1"/>
          </p:cNvSpPr>
          <p:nvPr/>
        </p:nvSpPr>
        <p:spPr bwMode="auto">
          <a:xfrm>
            <a:off x="5638800" y="2743200"/>
            <a:ext cx="304800" cy="304800"/>
          </a:xfrm>
          <a:prstGeom prst="rect">
            <a:avLst/>
          </a:prstGeom>
          <a:solidFill>
            <a:srgbClr val="99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7" name="Rectangle 271">
            <a:extLst>
              <a:ext uri="{FF2B5EF4-FFF2-40B4-BE49-F238E27FC236}">
                <a16:creationId xmlns:a16="http://schemas.microsoft.com/office/drawing/2014/main" id="{19A4D8CB-9B07-7A5D-4250-7B3B9263B16D}"/>
              </a:ext>
            </a:extLst>
          </p:cNvPr>
          <p:cNvSpPr>
            <a:spLocks noChangeArrowheads="1"/>
          </p:cNvSpPr>
          <p:nvPr/>
        </p:nvSpPr>
        <p:spPr bwMode="auto">
          <a:xfrm>
            <a:off x="1981200" y="4267200"/>
            <a:ext cx="304800" cy="304800"/>
          </a:xfrm>
          <a:prstGeom prst="rect">
            <a:avLst/>
          </a:prstGeom>
          <a:solidFill>
            <a:srgbClr val="66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8" name="Rectangle 272">
            <a:extLst>
              <a:ext uri="{FF2B5EF4-FFF2-40B4-BE49-F238E27FC236}">
                <a16:creationId xmlns:a16="http://schemas.microsoft.com/office/drawing/2014/main" id="{B0F1658A-96F5-0122-5BA3-BFAD2A4BFACA}"/>
              </a:ext>
            </a:extLst>
          </p:cNvPr>
          <p:cNvSpPr>
            <a:spLocks noChangeArrowheads="1"/>
          </p:cNvSpPr>
          <p:nvPr/>
        </p:nvSpPr>
        <p:spPr bwMode="auto">
          <a:xfrm>
            <a:off x="3200400" y="3657600"/>
            <a:ext cx="304800" cy="304800"/>
          </a:xfrm>
          <a:prstGeom prst="rect">
            <a:avLst/>
          </a:prstGeom>
          <a:solidFill>
            <a:srgbClr val="66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89" name="Rectangle 273">
            <a:extLst>
              <a:ext uri="{FF2B5EF4-FFF2-40B4-BE49-F238E27FC236}">
                <a16:creationId xmlns:a16="http://schemas.microsoft.com/office/drawing/2014/main" id="{B12E5675-8626-AC50-BB8C-68945E7CA1F3}"/>
              </a:ext>
            </a:extLst>
          </p:cNvPr>
          <p:cNvSpPr>
            <a:spLocks noChangeArrowheads="1"/>
          </p:cNvSpPr>
          <p:nvPr/>
        </p:nvSpPr>
        <p:spPr bwMode="auto">
          <a:xfrm>
            <a:off x="4419600" y="4876800"/>
            <a:ext cx="304800" cy="304800"/>
          </a:xfrm>
          <a:prstGeom prst="rect">
            <a:avLst/>
          </a:prstGeom>
          <a:solidFill>
            <a:srgbClr val="66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0" name="Rectangle 274">
            <a:extLst>
              <a:ext uri="{FF2B5EF4-FFF2-40B4-BE49-F238E27FC236}">
                <a16:creationId xmlns:a16="http://schemas.microsoft.com/office/drawing/2014/main" id="{CB7187D7-8732-57FE-B71C-7523F881E817}"/>
              </a:ext>
            </a:extLst>
          </p:cNvPr>
          <p:cNvSpPr>
            <a:spLocks noChangeArrowheads="1"/>
          </p:cNvSpPr>
          <p:nvPr/>
        </p:nvSpPr>
        <p:spPr bwMode="auto">
          <a:xfrm>
            <a:off x="5638800" y="2438400"/>
            <a:ext cx="304800" cy="304800"/>
          </a:xfrm>
          <a:prstGeom prst="rect">
            <a:avLst/>
          </a:prstGeom>
          <a:solidFill>
            <a:srgbClr val="66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1" name="Rectangle 275">
            <a:extLst>
              <a:ext uri="{FF2B5EF4-FFF2-40B4-BE49-F238E27FC236}">
                <a16:creationId xmlns:a16="http://schemas.microsoft.com/office/drawing/2014/main" id="{4903432E-DF58-6B81-23BC-28AD732A5D5F}"/>
              </a:ext>
            </a:extLst>
          </p:cNvPr>
          <p:cNvSpPr>
            <a:spLocks noChangeArrowheads="1"/>
          </p:cNvSpPr>
          <p:nvPr/>
        </p:nvSpPr>
        <p:spPr bwMode="auto">
          <a:xfrm>
            <a:off x="1981200" y="5181600"/>
            <a:ext cx="304800" cy="304800"/>
          </a:xfrm>
          <a:prstGeom prst="rect">
            <a:avLst/>
          </a:prstGeom>
          <a:solidFill>
            <a:srgbClr val="33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2" name="Rectangle 276">
            <a:extLst>
              <a:ext uri="{FF2B5EF4-FFF2-40B4-BE49-F238E27FC236}">
                <a16:creationId xmlns:a16="http://schemas.microsoft.com/office/drawing/2014/main" id="{CA22FBB3-B1D5-65C8-261C-041A80080B26}"/>
              </a:ext>
            </a:extLst>
          </p:cNvPr>
          <p:cNvSpPr>
            <a:spLocks noChangeArrowheads="1"/>
          </p:cNvSpPr>
          <p:nvPr/>
        </p:nvSpPr>
        <p:spPr bwMode="auto">
          <a:xfrm>
            <a:off x="3200400" y="5791200"/>
            <a:ext cx="304800" cy="304800"/>
          </a:xfrm>
          <a:prstGeom prst="rect">
            <a:avLst/>
          </a:prstGeom>
          <a:solidFill>
            <a:srgbClr val="33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3" name="Rectangle 277">
            <a:extLst>
              <a:ext uri="{FF2B5EF4-FFF2-40B4-BE49-F238E27FC236}">
                <a16:creationId xmlns:a16="http://schemas.microsoft.com/office/drawing/2014/main" id="{0C7715CD-A9DA-9458-0C24-E66B2AE4E47B}"/>
              </a:ext>
            </a:extLst>
          </p:cNvPr>
          <p:cNvSpPr>
            <a:spLocks noChangeArrowheads="1"/>
          </p:cNvSpPr>
          <p:nvPr/>
        </p:nvSpPr>
        <p:spPr bwMode="auto">
          <a:xfrm>
            <a:off x="4419600" y="4572000"/>
            <a:ext cx="304800" cy="304800"/>
          </a:xfrm>
          <a:prstGeom prst="rect">
            <a:avLst/>
          </a:prstGeom>
          <a:solidFill>
            <a:srgbClr val="33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4" name="Rectangle 278">
            <a:extLst>
              <a:ext uri="{FF2B5EF4-FFF2-40B4-BE49-F238E27FC236}">
                <a16:creationId xmlns:a16="http://schemas.microsoft.com/office/drawing/2014/main" id="{8F699F82-FF38-13DA-32DD-7E143E49C634}"/>
              </a:ext>
            </a:extLst>
          </p:cNvPr>
          <p:cNvSpPr>
            <a:spLocks noChangeArrowheads="1"/>
          </p:cNvSpPr>
          <p:nvPr/>
        </p:nvSpPr>
        <p:spPr bwMode="auto">
          <a:xfrm>
            <a:off x="5638800" y="2133600"/>
            <a:ext cx="304800" cy="304800"/>
          </a:xfrm>
          <a:prstGeom prst="rect">
            <a:avLst/>
          </a:prstGeom>
          <a:solidFill>
            <a:srgbClr val="33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5" name="Rectangle 279">
            <a:extLst>
              <a:ext uri="{FF2B5EF4-FFF2-40B4-BE49-F238E27FC236}">
                <a16:creationId xmlns:a16="http://schemas.microsoft.com/office/drawing/2014/main" id="{228D8474-84E8-D606-31D1-C94CD56C2580}"/>
              </a:ext>
            </a:extLst>
          </p:cNvPr>
          <p:cNvSpPr>
            <a:spLocks noChangeArrowheads="1"/>
          </p:cNvSpPr>
          <p:nvPr/>
        </p:nvSpPr>
        <p:spPr bwMode="auto">
          <a:xfrm>
            <a:off x="1981200" y="4876800"/>
            <a:ext cx="304800" cy="304800"/>
          </a:xfrm>
          <a:prstGeom prst="rect">
            <a:avLst/>
          </a:prstGeom>
          <a:solidFill>
            <a:srgbClr val="00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6" name="Rectangle 280">
            <a:extLst>
              <a:ext uri="{FF2B5EF4-FFF2-40B4-BE49-F238E27FC236}">
                <a16:creationId xmlns:a16="http://schemas.microsoft.com/office/drawing/2014/main" id="{BE4C2B50-F842-41D7-C404-294640D40469}"/>
              </a:ext>
            </a:extLst>
          </p:cNvPr>
          <p:cNvSpPr>
            <a:spLocks noChangeArrowheads="1"/>
          </p:cNvSpPr>
          <p:nvPr/>
        </p:nvSpPr>
        <p:spPr bwMode="auto">
          <a:xfrm>
            <a:off x="3200400" y="5486400"/>
            <a:ext cx="304800" cy="304800"/>
          </a:xfrm>
          <a:prstGeom prst="rect">
            <a:avLst/>
          </a:prstGeom>
          <a:solidFill>
            <a:srgbClr val="00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7" name="Rectangle 281">
            <a:extLst>
              <a:ext uri="{FF2B5EF4-FFF2-40B4-BE49-F238E27FC236}">
                <a16:creationId xmlns:a16="http://schemas.microsoft.com/office/drawing/2014/main" id="{BA95EE86-196F-C6F9-2E9C-C6D16CD01313}"/>
              </a:ext>
            </a:extLst>
          </p:cNvPr>
          <p:cNvSpPr>
            <a:spLocks noChangeArrowheads="1"/>
          </p:cNvSpPr>
          <p:nvPr/>
        </p:nvSpPr>
        <p:spPr bwMode="auto">
          <a:xfrm>
            <a:off x="4419600" y="4267200"/>
            <a:ext cx="304800" cy="304800"/>
          </a:xfrm>
          <a:prstGeom prst="rect">
            <a:avLst/>
          </a:prstGeom>
          <a:solidFill>
            <a:srgbClr val="00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8" name="Rectangle 282">
            <a:extLst>
              <a:ext uri="{FF2B5EF4-FFF2-40B4-BE49-F238E27FC236}">
                <a16:creationId xmlns:a16="http://schemas.microsoft.com/office/drawing/2014/main" id="{CE531FC9-AAD3-5351-6232-E2E746A0FD7F}"/>
              </a:ext>
            </a:extLst>
          </p:cNvPr>
          <p:cNvSpPr>
            <a:spLocks noChangeArrowheads="1"/>
          </p:cNvSpPr>
          <p:nvPr/>
        </p:nvSpPr>
        <p:spPr bwMode="auto">
          <a:xfrm>
            <a:off x="5638800" y="1828800"/>
            <a:ext cx="304800" cy="304800"/>
          </a:xfrm>
          <a:prstGeom prst="rect">
            <a:avLst/>
          </a:prstGeom>
          <a:solidFill>
            <a:srgbClr val="00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499" name="Rectangle 283">
            <a:extLst>
              <a:ext uri="{FF2B5EF4-FFF2-40B4-BE49-F238E27FC236}">
                <a16:creationId xmlns:a16="http://schemas.microsoft.com/office/drawing/2014/main" id="{E01AC46F-21D9-43B0-E319-792AC615AE45}"/>
              </a:ext>
            </a:extLst>
          </p:cNvPr>
          <p:cNvSpPr>
            <a:spLocks noChangeArrowheads="1"/>
          </p:cNvSpPr>
          <p:nvPr/>
        </p:nvSpPr>
        <p:spPr bwMode="auto">
          <a:xfrm>
            <a:off x="1981200" y="5791200"/>
            <a:ext cx="304800" cy="304800"/>
          </a:xfrm>
          <a:prstGeom prst="rect">
            <a:avLst/>
          </a:prstGeom>
          <a:solidFill>
            <a:srgbClr val="0099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0" name="Rectangle 284">
            <a:extLst>
              <a:ext uri="{FF2B5EF4-FFF2-40B4-BE49-F238E27FC236}">
                <a16:creationId xmlns:a16="http://schemas.microsoft.com/office/drawing/2014/main" id="{E79CC4AC-FBAE-C99A-8939-C4F4387DC805}"/>
              </a:ext>
            </a:extLst>
          </p:cNvPr>
          <p:cNvSpPr>
            <a:spLocks noChangeArrowheads="1"/>
          </p:cNvSpPr>
          <p:nvPr/>
        </p:nvSpPr>
        <p:spPr bwMode="auto">
          <a:xfrm>
            <a:off x="3200400" y="5181600"/>
            <a:ext cx="304800" cy="304800"/>
          </a:xfrm>
          <a:prstGeom prst="rect">
            <a:avLst/>
          </a:prstGeom>
          <a:solidFill>
            <a:srgbClr val="0099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1" name="Rectangle 285">
            <a:extLst>
              <a:ext uri="{FF2B5EF4-FFF2-40B4-BE49-F238E27FC236}">
                <a16:creationId xmlns:a16="http://schemas.microsoft.com/office/drawing/2014/main" id="{39E99CB1-C311-3897-0111-0FE31228AD50}"/>
              </a:ext>
            </a:extLst>
          </p:cNvPr>
          <p:cNvSpPr>
            <a:spLocks noChangeArrowheads="1"/>
          </p:cNvSpPr>
          <p:nvPr/>
        </p:nvSpPr>
        <p:spPr bwMode="auto">
          <a:xfrm>
            <a:off x="4419600" y="3962400"/>
            <a:ext cx="304800" cy="304800"/>
          </a:xfrm>
          <a:prstGeom prst="rect">
            <a:avLst/>
          </a:prstGeom>
          <a:solidFill>
            <a:srgbClr val="0099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2" name="Rectangle 286">
            <a:extLst>
              <a:ext uri="{FF2B5EF4-FFF2-40B4-BE49-F238E27FC236}">
                <a16:creationId xmlns:a16="http://schemas.microsoft.com/office/drawing/2014/main" id="{DC58B236-3328-F126-2586-E7F4C3333E33}"/>
              </a:ext>
            </a:extLst>
          </p:cNvPr>
          <p:cNvSpPr>
            <a:spLocks noChangeArrowheads="1"/>
          </p:cNvSpPr>
          <p:nvPr/>
        </p:nvSpPr>
        <p:spPr bwMode="auto">
          <a:xfrm>
            <a:off x="5638800" y="1524000"/>
            <a:ext cx="304800" cy="304800"/>
          </a:xfrm>
          <a:prstGeom prst="rect">
            <a:avLst/>
          </a:prstGeom>
          <a:solidFill>
            <a:srgbClr val="0099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3" name="Rectangle 287">
            <a:extLst>
              <a:ext uri="{FF2B5EF4-FFF2-40B4-BE49-F238E27FC236}">
                <a16:creationId xmlns:a16="http://schemas.microsoft.com/office/drawing/2014/main" id="{731E38EF-B1C3-86F1-299E-2AB8BADDB333}"/>
              </a:ext>
            </a:extLst>
          </p:cNvPr>
          <p:cNvSpPr>
            <a:spLocks noChangeArrowheads="1"/>
          </p:cNvSpPr>
          <p:nvPr/>
        </p:nvSpPr>
        <p:spPr bwMode="auto">
          <a:xfrm>
            <a:off x="1981200" y="5486400"/>
            <a:ext cx="304800" cy="304800"/>
          </a:xfrm>
          <a:prstGeom prst="rect">
            <a:avLst/>
          </a:prstGeom>
          <a:solidFill>
            <a:srgbClr val="00CC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4" name="Rectangle 288">
            <a:extLst>
              <a:ext uri="{FF2B5EF4-FFF2-40B4-BE49-F238E27FC236}">
                <a16:creationId xmlns:a16="http://schemas.microsoft.com/office/drawing/2014/main" id="{58F6E455-E56C-7A2E-B17F-B7D9406BF946}"/>
              </a:ext>
            </a:extLst>
          </p:cNvPr>
          <p:cNvSpPr>
            <a:spLocks noChangeArrowheads="1"/>
          </p:cNvSpPr>
          <p:nvPr/>
        </p:nvSpPr>
        <p:spPr bwMode="auto">
          <a:xfrm>
            <a:off x="3200400" y="4876800"/>
            <a:ext cx="304800" cy="304800"/>
          </a:xfrm>
          <a:prstGeom prst="rect">
            <a:avLst/>
          </a:prstGeom>
          <a:solidFill>
            <a:srgbClr val="00CC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5" name="Rectangle 289">
            <a:extLst>
              <a:ext uri="{FF2B5EF4-FFF2-40B4-BE49-F238E27FC236}">
                <a16:creationId xmlns:a16="http://schemas.microsoft.com/office/drawing/2014/main" id="{FBC5E35C-1FAC-BA91-9EA2-F51FC1AD8EBC}"/>
              </a:ext>
            </a:extLst>
          </p:cNvPr>
          <p:cNvSpPr>
            <a:spLocks noChangeArrowheads="1"/>
          </p:cNvSpPr>
          <p:nvPr/>
        </p:nvSpPr>
        <p:spPr bwMode="auto">
          <a:xfrm>
            <a:off x="4419600" y="3657600"/>
            <a:ext cx="304800" cy="304800"/>
          </a:xfrm>
          <a:prstGeom prst="rect">
            <a:avLst/>
          </a:prstGeom>
          <a:solidFill>
            <a:srgbClr val="00CC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6" name="Rectangle 290">
            <a:extLst>
              <a:ext uri="{FF2B5EF4-FFF2-40B4-BE49-F238E27FC236}">
                <a16:creationId xmlns:a16="http://schemas.microsoft.com/office/drawing/2014/main" id="{AE219C78-435C-D1E3-0F5A-4FA761C9D62E}"/>
              </a:ext>
            </a:extLst>
          </p:cNvPr>
          <p:cNvSpPr>
            <a:spLocks noChangeArrowheads="1"/>
          </p:cNvSpPr>
          <p:nvPr/>
        </p:nvSpPr>
        <p:spPr bwMode="auto">
          <a:xfrm>
            <a:off x="5638800" y="1219200"/>
            <a:ext cx="304800" cy="304800"/>
          </a:xfrm>
          <a:prstGeom prst="rect">
            <a:avLst/>
          </a:prstGeom>
          <a:solidFill>
            <a:srgbClr val="00CC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7" name="Rectangle 291">
            <a:extLst>
              <a:ext uri="{FF2B5EF4-FFF2-40B4-BE49-F238E27FC236}">
                <a16:creationId xmlns:a16="http://schemas.microsoft.com/office/drawing/2014/main" id="{7FBAF29C-DDA1-520D-267A-7D55E27D4B1E}"/>
              </a:ext>
            </a:extLst>
          </p:cNvPr>
          <p:cNvSpPr>
            <a:spLocks noChangeArrowheads="1"/>
          </p:cNvSpPr>
          <p:nvPr/>
        </p:nvSpPr>
        <p:spPr bwMode="auto">
          <a:xfrm>
            <a:off x="-457200" y="1219200"/>
            <a:ext cx="304800" cy="304800"/>
          </a:xfrm>
          <a:prstGeom prst="rect">
            <a:avLst/>
          </a:prstGeom>
          <a:solidFill>
            <a:srgbClr val="FFFF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8" name="Rectangle 292">
            <a:extLst>
              <a:ext uri="{FF2B5EF4-FFF2-40B4-BE49-F238E27FC236}">
                <a16:creationId xmlns:a16="http://schemas.microsoft.com/office/drawing/2014/main" id="{DDD2B682-72E6-12BE-CCC8-AF4265E060B7}"/>
              </a:ext>
            </a:extLst>
          </p:cNvPr>
          <p:cNvSpPr>
            <a:spLocks noChangeArrowheads="1"/>
          </p:cNvSpPr>
          <p:nvPr/>
        </p:nvSpPr>
        <p:spPr bwMode="auto">
          <a:xfrm>
            <a:off x="-457200" y="1524000"/>
            <a:ext cx="304800" cy="304800"/>
          </a:xfrm>
          <a:prstGeom prst="rect">
            <a:avLst/>
          </a:prstGeom>
          <a:solidFill>
            <a:srgbClr val="FFCC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09" name="Rectangle 293">
            <a:extLst>
              <a:ext uri="{FF2B5EF4-FFF2-40B4-BE49-F238E27FC236}">
                <a16:creationId xmlns:a16="http://schemas.microsoft.com/office/drawing/2014/main" id="{223CA01D-A90F-9357-C4B8-BE2C3CD074A8}"/>
              </a:ext>
            </a:extLst>
          </p:cNvPr>
          <p:cNvSpPr>
            <a:spLocks noChangeArrowheads="1"/>
          </p:cNvSpPr>
          <p:nvPr/>
        </p:nvSpPr>
        <p:spPr bwMode="auto">
          <a:xfrm>
            <a:off x="-457200" y="1828800"/>
            <a:ext cx="304800" cy="304800"/>
          </a:xfrm>
          <a:prstGeom prst="rect">
            <a:avLst/>
          </a:prstGeom>
          <a:solidFill>
            <a:srgbClr val="FF9933"/>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0" name="Rectangle 294">
            <a:extLst>
              <a:ext uri="{FF2B5EF4-FFF2-40B4-BE49-F238E27FC236}">
                <a16:creationId xmlns:a16="http://schemas.microsoft.com/office/drawing/2014/main" id="{0A35996B-2701-33FC-5889-5999FF40DFE9}"/>
              </a:ext>
            </a:extLst>
          </p:cNvPr>
          <p:cNvSpPr>
            <a:spLocks noChangeArrowheads="1"/>
          </p:cNvSpPr>
          <p:nvPr/>
        </p:nvSpPr>
        <p:spPr bwMode="auto">
          <a:xfrm>
            <a:off x="-457200" y="2133600"/>
            <a:ext cx="304800" cy="304800"/>
          </a:xfrm>
          <a:prstGeom prst="rect">
            <a:avLst/>
          </a:prstGeom>
          <a:solidFill>
            <a:srgbClr val="FF660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1" name="Rectangle 295">
            <a:extLst>
              <a:ext uri="{FF2B5EF4-FFF2-40B4-BE49-F238E27FC236}">
                <a16:creationId xmlns:a16="http://schemas.microsoft.com/office/drawing/2014/main" id="{45CA1F0A-BC1B-1E98-68B1-D5E54A1134CD}"/>
              </a:ext>
            </a:extLst>
          </p:cNvPr>
          <p:cNvSpPr>
            <a:spLocks noChangeArrowheads="1"/>
          </p:cNvSpPr>
          <p:nvPr/>
        </p:nvSpPr>
        <p:spPr bwMode="auto">
          <a:xfrm>
            <a:off x="-457200" y="2438400"/>
            <a:ext cx="304800" cy="304800"/>
          </a:xfrm>
          <a:prstGeom prst="rect">
            <a:avLst/>
          </a:prstGeom>
          <a:solidFill>
            <a:srgbClr val="FF5050"/>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2" name="Rectangle 296">
            <a:extLst>
              <a:ext uri="{FF2B5EF4-FFF2-40B4-BE49-F238E27FC236}">
                <a16:creationId xmlns:a16="http://schemas.microsoft.com/office/drawing/2014/main" id="{128ABC0D-29A7-D252-F62F-0978CBDC7249}"/>
              </a:ext>
            </a:extLst>
          </p:cNvPr>
          <p:cNvSpPr>
            <a:spLocks noChangeArrowheads="1"/>
          </p:cNvSpPr>
          <p:nvPr/>
        </p:nvSpPr>
        <p:spPr bwMode="auto">
          <a:xfrm>
            <a:off x="-457200" y="2743200"/>
            <a:ext cx="304800" cy="304800"/>
          </a:xfrm>
          <a:prstGeom prst="rect">
            <a:avLst/>
          </a:prstGeom>
          <a:solidFill>
            <a:srgbClr val="FF0066"/>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3" name="Rectangle 297">
            <a:extLst>
              <a:ext uri="{FF2B5EF4-FFF2-40B4-BE49-F238E27FC236}">
                <a16:creationId xmlns:a16="http://schemas.microsoft.com/office/drawing/2014/main" id="{9419477F-7DE6-4421-A1E4-EEBB4E54365D}"/>
              </a:ext>
            </a:extLst>
          </p:cNvPr>
          <p:cNvSpPr>
            <a:spLocks noChangeArrowheads="1"/>
          </p:cNvSpPr>
          <p:nvPr/>
        </p:nvSpPr>
        <p:spPr bwMode="auto">
          <a:xfrm>
            <a:off x="-457200" y="3048000"/>
            <a:ext cx="304800" cy="304800"/>
          </a:xfrm>
          <a:prstGeom prst="rect">
            <a:avLst/>
          </a:prstGeom>
          <a:solidFill>
            <a:srgbClr val="FF3399"/>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4" name="Rectangle 298">
            <a:extLst>
              <a:ext uri="{FF2B5EF4-FFF2-40B4-BE49-F238E27FC236}">
                <a16:creationId xmlns:a16="http://schemas.microsoft.com/office/drawing/2014/main" id="{918A36C7-29F4-B901-0EA8-22E8E3A61FE7}"/>
              </a:ext>
            </a:extLst>
          </p:cNvPr>
          <p:cNvSpPr>
            <a:spLocks noChangeArrowheads="1"/>
          </p:cNvSpPr>
          <p:nvPr/>
        </p:nvSpPr>
        <p:spPr bwMode="auto">
          <a:xfrm>
            <a:off x="-457200" y="3352800"/>
            <a:ext cx="304800" cy="304800"/>
          </a:xfrm>
          <a:prstGeom prst="rect">
            <a:avLst/>
          </a:prstGeom>
          <a:solidFill>
            <a:srgbClr val="FF33CC"/>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5" name="Rectangle 299">
            <a:extLst>
              <a:ext uri="{FF2B5EF4-FFF2-40B4-BE49-F238E27FC236}">
                <a16:creationId xmlns:a16="http://schemas.microsoft.com/office/drawing/2014/main" id="{68E59291-2BBC-912F-68A7-359651DE1AC8}"/>
              </a:ext>
            </a:extLst>
          </p:cNvPr>
          <p:cNvSpPr>
            <a:spLocks noChangeArrowheads="1"/>
          </p:cNvSpPr>
          <p:nvPr/>
        </p:nvSpPr>
        <p:spPr bwMode="auto">
          <a:xfrm>
            <a:off x="-457200" y="3657600"/>
            <a:ext cx="304800" cy="304800"/>
          </a:xfrm>
          <a:prstGeom prst="rect">
            <a:avLst/>
          </a:prstGeom>
          <a:solidFill>
            <a:srgbClr val="FF00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6" name="Rectangle 300">
            <a:extLst>
              <a:ext uri="{FF2B5EF4-FFF2-40B4-BE49-F238E27FC236}">
                <a16:creationId xmlns:a16="http://schemas.microsoft.com/office/drawing/2014/main" id="{033F8AA8-7D0C-E434-5B5C-6880527873EA}"/>
              </a:ext>
            </a:extLst>
          </p:cNvPr>
          <p:cNvSpPr>
            <a:spLocks noChangeArrowheads="1"/>
          </p:cNvSpPr>
          <p:nvPr/>
        </p:nvSpPr>
        <p:spPr bwMode="auto">
          <a:xfrm>
            <a:off x="-457200" y="3962400"/>
            <a:ext cx="304800" cy="304800"/>
          </a:xfrm>
          <a:prstGeom prst="rect">
            <a:avLst/>
          </a:prstGeom>
          <a:solidFill>
            <a:srgbClr val="CC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7" name="Rectangle 301">
            <a:extLst>
              <a:ext uri="{FF2B5EF4-FFF2-40B4-BE49-F238E27FC236}">
                <a16:creationId xmlns:a16="http://schemas.microsoft.com/office/drawing/2014/main" id="{908A3A58-8347-5610-0CAA-0549DBAAFE54}"/>
              </a:ext>
            </a:extLst>
          </p:cNvPr>
          <p:cNvSpPr>
            <a:spLocks noChangeArrowheads="1"/>
          </p:cNvSpPr>
          <p:nvPr/>
        </p:nvSpPr>
        <p:spPr bwMode="auto">
          <a:xfrm>
            <a:off x="-457200" y="4267200"/>
            <a:ext cx="304800" cy="304800"/>
          </a:xfrm>
          <a:prstGeom prst="rect">
            <a:avLst/>
          </a:prstGeom>
          <a:solidFill>
            <a:srgbClr val="99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8" name="Rectangle 302">
            <a:extLst>
              <a:ext uri="{FF2B5EF4-FFF2-40B4-BE49-F238E27FC236}">
                <a16:creationId xmlns:a16="http://schemas.microsoft.com/office/drawing/2014/main" id="{0A3ACE78-80EE-CF98-76D5-3E15FDA48841}"/>
              </a:ext>
            </a:extLst>
          </p:cNvPr>
          <p:cNvSpPr>
            <a:spLocks noChangeArrowheads="1"/>
          </p:cNvSpPr>
          <p:nvPr/>
        </p:nvSpPr>
        <p:spPr bwMode="auto">
          <a:xfrm>
            <a:off x="-457200" y="4572000"/>
            <a:ext cx="304800" cy="304800"/>
          </a:xfrm>
          <a:prstGeom prst="rect">
            <a:avLst/>
          </a:prstGeom>
          <a:solidFill>
            <a:srgbClr val="66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19" name="Rectangle 303">
            <a:extLst>
              <a:ext uri="{FF2B5EF4-FFF2-40B4-BE49-F238E27FC236}">
                <a16:creationId xmlns:a16="http://schemas.microsoft.com/office/drawing/2014/main" id="{E95DA42F-DEBB-BC30-BB24-757B56E16318}"/>
              </a:ext>
            </a:extLst>
          </p:cNvPr>
          <p:cNvSpPr>
            <a:spLocks noChangeArrowheads="1"/>
          </p:cNvSpPr>
          <p:nvPr/>
        </p:nvSpPr>
        <p:spPr bwMode="auto">
          <a:xfrm>
            <a:off x="-457200" y="4876800"/>
            <a:ext cx="304800" cy="304800"/>
          </a:xfrm>
          <a:prstGeom prst="rect">
            <a:avLst/>
          </a:prstGeom>
          <a:solidFill>
            <a:srgbClr val="33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20" name="Rectangle 304">
            <a:extLst>
              <a:ext uri="{FF2B5EF4-FFF2-40B4-BE49-F238E27FC236}">
                <a16:creationId xmlns:a16="http://schemas.microsoft.com/office/drawing/2014/main" id="{573A2411-6433-BD0A-E357-46E36871D2BA}"/>
              </a:ext>
            </a:extLst>
          </p:cNvPr>
          <p:cNvSpPr>
            <a:spLocks noChangeArrowheads="1"/>
          </p:cNvSpPr>
          <p:nvPr/>
        </p:nvSpPr>
        <p:spPr bwMode="auto">
          <a:xfrm>
            <a:off x="-457200" y="5181600"/>
            <a:ext cx="304800" cy="304800"/>
          </a:xfrm>
          <a:prstGeom prst="rect">
            <a:avLst/>
          </a:prstGeom>
          <a:solidFill>
            <a:srgbClr val="0066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21" name="Rectangle 305">
            <a:extLst>
              <a:ext uri="{FF2B5EF4-FFF2-40B4-BE49-F238E27FC236}">
                <a16:creationId xmlns:a16="http://schemas.microsoft.com/office/drawing/2014/main" id="{3944C4A4-B220-78C2-7200-9B288C05706C}"/>
              </a:ext>
            </a:extLst>
          </p:cNvPr>
          <p:cNvSpPr>
            <a:spLocks noChangeArrowheads="1"/>
          </p:cNvSpPr>
          <p:nvPr/>
        </p:nvSpPr>
        <p:spPr bwMode="auto">
          <a:xfrm>
            <a:off x="-457200" y="5486400"/>
            <a:ext cx="304800" cy="304800"/>
          </a:xfrm>
          <a:prstGeom prst="rect">
            <a:avLst/>
          </a:prstGeom>
          <a:solidFill>
            <a:srgbClr val="0099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22" name="Rectangle 306">
            <a:extLst>
              <a:ext uri="{FF2B5EF4-FFF2-40B4-BE49-F238E27FC236}">
                <a16:creationId xmlns:a16="http://schemas.microsoft.com/office/drawing/2014/main" id="{C732D64D-32CA-58F3-A604-C1F372B70910}"/>
              </a:ext>
            </a:extLst>
          </p:cNvPr>
          <p:cNvSpPr>
            <a:spLocks noChangeArrowheads="1"/>
          </p:cNvSpPr>
          <p:nvPr/>
        </p:nvSpPr>
        <p:spPr bwMode="auto">
          <a:xfrm>
            <a:off x="-457200" y="5791200"/>
            <a:ext cx="304800" cy="304800"/>
          </a:xfrm>
          <a:prstGeom prst="rect">
            <a:avLst/>
          </a:prstGeom>
          <a:solidFill>
            <a:srgbClr val="00CC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panose="020B0604020202020204" pitchFamily="34" charset="0"/>
              <a:cs typeface="Arial" panose="020B0604020202020204" pitchFamily="34" charset="0"/>
            </a:endParaRPr>
          </a:p>
        </p:txBody>
      </p:sp>
      <p:sp>
        <p:nvSpPr>
          <p:cNvPr id="137523" name="Rectangle 307">
            <a:extLst>
              <a:ext uri="{FF2B5EF4-FFF2-40B4-BE49-F238E27FC236}">
                <a16:creationId xmlns:a16="http://schemas.microsoft.com/office/drawing/2014/main" id="{A7AEDBF5-63FB-E58E-6652-D2A5B8DC5808}"/>
              </a:ext>
            </a:extLst>
          </p:cNvPr>
          <p:cNvSpPr>
            <a:spLocks noGrp="1" noChangeArrowheads="1"/>
          </p:cNvSpPr>
          <p:nvPr>
            <p:ph type="body" idx="1"/>
          </p:nvPr>
        </p:nvSpPr>
        <p:spPr>
          <a:xfrm>
            <a:off x="6248400" y="3124200"/>
            <a:ext cx="2667000" cy="2286000"/>
          </a:xfrm>
        </p:spPr>
        <p:txBody>
          <a:bodyPr/>
          <a:lstStyle/>
          <a:p>
            <a:pPr>
              <a:buFontTx/>
              <a:buNone/>
            </a:pPr>
            <a:r>
              <a:rPr lang="en-US" altLang="en-US"/>
              <a:t>A pipelined version </a:t>
            </a:r>
          </a:p>
          <a:p>
            <a:r>
              <a:rPr lang="en-US" altLang="en-US"/>
              <a:t>IO Bound</a:t>
            </a:r>
          </a:p>
          <a:p>
            <a:r>
              <a:rPr lang="en-US" altLang="en-US">
                <a:solidFill>
                  <a:schemeClr val="hlink"/>
                </a:solidFill>
              </a:rPr>
              <a:t>100% Efficient</a:t>
            </a:r>
          </a:p>
          <a:p>
            <a:endParaRPr lang="en-US" altLang="en-US"/>
          </a:p>
        </p:txBody>
      </p:sp>
      <p:graphicFrame>
        <p:nvGraphicFramePr>
          <p:cNvPr id="137524" name="Group 308">
            <a:extLst>
              <a:ext uri="{FF2B5EF4-FFF2-40B4-BE49-F238E27FC236}">
                <a16:creationId xmlns:a16="http://schemas.microsoft.com/office/drawing/2014/main" id="{E5AE6ADA-AF1C-2BA4-71FF-D9E5A744EE11}"/>
              </a:ext>
            </a:extLst>
          </p:cNvPr>
          <p:cNvGraphicFramePr>
            <a:graphicFrameLocks noGrp="1"/>
          </p:cNvGraphicFramePr>
          <p:nvPr/>
        </p:nvGraphicFramePr>
        <p:xfrm>
          <a:off x="6553200" y="990600"/>
          <a:ext cx="2438400" cy="1700784"/>
        </p:xfrm>
        <a:graphic>
          <a:graphicData uri="http://schemas.openxmlformats.org/drawingml/2006/table">
            <a:tbl>
              <a:tblPr/>
              <a:tblGrid>
                <a:gridCol w="584200">
                  <a:extLst>
                    <a:ext uri="{9D8B030D-6E8A-4147-A177-3AD203B41FA5}">
                      <a16:colId xmlns:a16="http://schemas.microsoft.com/office/drawing/2014/main" val="1926632616"/>
                    </a:ext>
                  </a:extLst>
                </a:gridCol>
                <a:gridCol w="482600">
                  <a:extLst>
                    <a:ext uri="{9D8B030D-6E8A-4147-A177-3AD203B41FA5}">
                      <a16:colId xmlns:a16="http://schemas.microsoft.com/office/drawing/2014/main" val="3349061872"/>
                    </a:ext>
                  </a:extLst>
                </a:gridCol>
                <a:gridCol w="685800">
                  <a:extLst>
                    <a:ext uri="{9D8B030D-6E8A-4147-A177-3AD203B41FA5}">
                      <a16:colId xmlns:a16="http://schemas.microsoft.com/office/drawing/2014/main" val="2244007833"/>
                    </a:ext>
                  </a:extLst>
                </a:gridCol>
                <a:gridCol w="685800">
                  <a:extLst>
                    <a:ext uri="{9D8B030D-6E8A-4147-A177-3AD203B41FA5}">
                      <a16:colId xmlns:a16="http://schemas.microsoft.com/office/drawing/2014/main" val="3980401220"/>
                    </a:ext>
                  </a:extLst>
                </a:gridCol>
              </a:tblGrid>
              <a:tr h="203200">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bg1"/>
                          </a:solidFill>
                          <a:effectLst/>
                          <a:latin typeface="Arial" panose="020B0604020202020204" pitchFamily="34" charset="0"/>
                          <a:cs typeface="Arial" panose="020B0604020202020204" pitchFamily="34" charset="0"/>
                        </a:rPr>
                        <a:t>Size</a:t>
                      </a:r>
                    </a:p>
                  </a:txBody>
                  <a:tcPr anchor="ctr" horzOverflow="overflow">
                    <a:lnL cap="flat">
                      <a:noFill/>
                    </a:lnL>
                    <a:lnR cap="flat">
                      <a:noFill/>
                    </a:lnR>
                    <a:lnT cap="flat">
                      <a:noFill/>
                    </a:lnT>
                    <a:lnB cap="flat">
                      <a:noFill/>
                    </a:lnB>
                    <a:lnTlToBr>
                      <a:noFill/>
                    </a:lnTlToBr>
                    <a:lnBlToTr>
                      <a:noFill/>
                    </a:lnBlToTr>
                    <a:solidFill>
                      <a:srgbClr val="333399"/>
                    </a:solid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16</a:t>
                      </a:r>
                    </a:p>
                  </a:txBody>
                  <a:tcPr anchor="ctr" horzOverflow="overflow">
                    <a:lnL cap="flat">
                      <a:noFill/>
                    </a:lnL>
                    <a:lnR cap="flat">
                      <a:noFill/>
                    </a:lnR>
                    <a:lnT cap="flat">
                      <a:noFill/>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8192</a:t>
                      </a:r>
                    </a:p>
                  </a:txBody>
                  <a:tcPr anchor="ctr" horzOverflow="overflow">
                    <a:lnL cap="flat">
                      <a:noFill/>
                    </a:lnL>
                    <a:lnR>
                      <a:noFill/>
                    </a:lnR>
                    <a:lnT cap="flat">
                      <a:noFill/>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l-GR" altLang="en-US" sz="1400" b="1" i="0" u="none" strike="noStrike" cap="none" normalizeH="0" baseline="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sym typeface="Symbol" pitchFamily="2" charset="2"/>
                        </a:rPr>
                        <a:t></a:t>
                      </a:r>
                    </a:p>
                  </a:txBody>
                  <a:tcPr anchor="ctr" horzOverflow="overflow">
                    <a:lnL>
                      <a:noFill/>
                    </a:lnL>
                    <a:lnR cap="flat">
                      <a:noFill/>
                    </a:lnR>
                    <a:lnT cap="flat">
                      <a:noFill/>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944488114"/>
                  </a:ext>
                </a:extLst>
              </a:tr>
              <a:tr h="203200">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bg1"/>
                          </a:solidFill>
                          <a:effectLst/>
                          <a:latin typeface="Arial" panose="020B0604020202020204" pitchFamily="34" charset="0"/>
                          <a:cs typeface="Arial" panose="020B0604020202020204" pitchFamily="34" charset="0"/>
                        </a:rPr>
                        <a:t>Pins</a:t>
                      </a:r>
                    </a:p>
                  </a:txBody>
                  <a:tcPr anchor="ctr" horzOverflow="overflow">
                    <a:lnL cap="flat">
                      <a:noFill/>
                    </a:lnL>
                    <a:lnR cap="flat">
                      <a:noFill/>
                    </a:lnR>
                    <a:lnT cap="flat">
                      <a:noFill/>
                    </a:lnT>
                    <a:lnB cap="flat">
                      <a:noFill/>
                    </a:lnB>
                    <a:lnTlToBr>
                      <a:noFill/>
                    </a:lnTlToBr>
                    <a:lnBlToTr>
                      <a:noFill/>
                    </a:lnBlToTr>
                    <a:solidFill>
                      <a:srgbClr val="333399"/>
                    </a:solid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448</a:t>
                      </a:r>
                    </a:p>
                  </a:txBody>
                  <a:tcPr anchor="ctr" horzOverflow="overflow">
                    <a:lnL cap="flat">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229K</a:t>
                      </a:r>
                    </a:p>
                  </a:txBody>
                  <a:tcPr anchor="ctr" horzOverflow="overflow">
                    <a:lnL cap="flat">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endParaRPr kumimoji="0" lang="en-US" altLang="en-US" sz="1400" b="1" i="0" u="none" strike="noStrike" cap="none" normalizeH="0" baseline="0">
                        <a:ln>
                          <a:noFill/>
                        </a:ln>
                        <a:solidFill>
                          <a:schemeClr val="bg2"/>
                        </a:solidFill>
                        <a:effectLst/>
                        <a:latin typeface="Arial" panose="020B0604020202020204" pitchFamily="34" charset="0"/>
                        <a:cs typeface="Arial" panose="020B0604020202020204" pitchFamily="34" charset="0"/>
                      </a:endParaRPr>
                    </a:p>
                  </a:txBody>
                  <a:tcPr anchor="ctr" horzOverflow="overflow">
                    <a:lnL>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854787927"/>
                  </a:ext>
                </a:extLst>
              </a:tr>
              <a:tr h="203200">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bg1"/>
                          </a:solidFill>
                          <a:effectLst/>
                          <a:latin typeface="Arial" panose="020B0604020202020204" pitchFamily="34" charset="0"/>
                          <a:cs typeface="Arial" panose="020B0604020202020204" pitchFamily="34" charset="0"/>
                        </a:rPr>
                        <a:t>Fly</a:t>
                      </a:r>
                    </a:p>
                  </a:txBody>
                  <a:tcPr anchor="ctr" horzOverflow="overflow">
                    <a:lnL cap="flat">
                      <a:noFill/>
                    </a:lnL>
                    <a:lnR cap="flat">
                      <a:noFill/>
                    </a:lnR>
                    <a:lnT cap="flat">
                      <a:noFill/>
                    </a:lnT>
                    <a:lnB cap="flat">
                      <a:noFill/>
                    </a:lnB>
                    <a:lnTlToBr>
                      <a:noFill/>
                    </a:lnTlToBr>
                    <a:lnBlToTr>
                      <a:noFill/>
                    </a:lnBlToTr>
                    <a:solidFill>
                      <a:srgbClr val="333399"/>
                    </a:solid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32</a:t>
                      </a:r>
                    </a:p>
                  </a:txBody>
                  <a:tcPr anchor="ctr" horzOverflow="overflow">
                    <a:lnL cap="flat">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53K</a:t>
                      </a:r>
                    </a:p>
                  </a:txBody>
                  <a:tcPr anchor="ctr" horzOverflow="overflow">
                    <a:lnL cap="flat">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endParaRPr kumimoji="0" lang="en-US" altLang="en-US" sz="1400" b="1" i="0" u="none" strike="noStrike" cap="none" normalizeH="0" baseline="0">
                        <a:ln>
                          <a:noFill/>
                        </a:ln>
                        <a:solidFill>
                          <a:schemeClr val="bg2"/>
                        </a:solidFill>
                        <a:effectLst/>
                        <a:latin typeface="Arial" panose="020B0604020202020204" pitchFamily="34" charset="0"/>
                        <a:cs typeface="Arial" panose="020B0604020202020204" pitchFamily="34" charset="0"/>
                      </a:endParaRPr>
                    </a:p>
                  </a:txBody>
                  <a:tcPr anchor="ctr" horzOverflow="overflow">
                    <a:lnL>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954211215"/>
                  </a:ext>
                </a:extLst>
              </a:tr>
              <a:tr h="203200">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bg1"/>
                          </a:solidFill>
                          <a:effectLst/>
                          <a:latin typeface="Arial" panose="020B0604020202020204" pitchFamily="34" charset="0"/>
                          <a:cs typeface="Arial" panose="020B0604020202020204" pitchFamily="34" charset="0"/>
                        </a:rPr>
                        <a:t>Mult</a:t>
                      </a:r>
                    </a:p>
                  </a:txBody>
                  <a:tcPr anchor="ctr" horzOverflow="overflow">
                    <a:lnL cap="flat">
                      <a:noFill/>
                    </a:lnL>
                    <a:lnR cap="flat">
                      <a:noFill/>
                    </a:lnR>
                    <a:lnT cap="flat">
                      <a:noFill/>
                    </a:lnT>
                    <a:lnB cap="flat">
                      <a:noFill/>
                    </a:lnB>
                    <a:lnTlToBr>
                      <a:noFill/>
                    </a:lnTlToBr>
                    <a:lnBlToTr>
                      <a:noFill/>
                    </a:lnBlToTr>
                    <a:solidFill>
                      <a:srgbClr val="333399"/>
                    </a:solid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96</a:t>
                      </a:r>
                    </a:p>
                  </a:txBody>
                  <a:tcPr anchor="ctr" horzOverflow="overflow">
                    <a:lnL cap="flat">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159K</a:t>
                      </a:r>
                    </a:p>
                  </a:txBody>
                  <a:tcPr anchor="ctr" horzOverflow="overflow">
                    <a:lnL cap="flat">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endParaRPr kumimoji="0" lang="en-US" altLang="en-US" sz="1400" b="1" i="0" u="none" strike="noStrike" cap="none" normalizeH="0" baseline="0">
                        <a:ln>
                          <a:noFill/>
                        </a:ln>
                        <a:solidFill>
                          <a:schemeClr val="hlink"/>
                        </a:solidFill>
                        <a:effectLst/>
                        <a:latin typeface="Arial" panose="020B0604020202020204" pitchFamily="34" charset="0"/>
                        <a:cs typeface="Arial" panose="020B0604020202020204" pitchFamily="34" charset="0"/>
                      </a:endParaRPr>
                    </a:p>
                  </a:txBody>
                  <a:tcPr anchor="ctr" horzOverflow="overflow">
                    <a:lnL>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036938270"/>
                  </a:ext>
                </a:extLst>
              </a:tr>
              <a:tr h="263525">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bg1"/>
                          </a:solidFill>
                          <a:effectLst/>
                          <a:latin typeface="Arial" panose="020B0604020202020204" pitchFamily="34" charset="0"/>
                          <a:cs typeface="Arial" panose="020B0604020202020204" pitchFamily="34" charset="0"/>
                        </a:rPr>
                        <a:t>Add</a:t>
                      </a:r>
                    </a:p>
                  </a:txBody>
                  <a:tcPr anchor="ctr" horzOverflow="overflow">
                    <a:lnL cap="flat">
                      <a:noFill/>
                    </a:lnL>
                    <a:lnR cap="flat">
                      <a:noFill/>
                    </a:lnR>
                    <a:lnT cap="flat">
                      <a:noFill/>
                    </a:lnT>
                    <a:lnB cap="flat">
                      <a:noFill/>
                    </a:lnB>
                    <a:lnTlToBr>
                      <a:noFill/>
                    </a:lnTlToBr>
                    <a:lnBlToTr>
                      <a:noFill/>
                    </a:lnBlToTr>
                    <a:solidFill>
                      <a:srgbClr val="333399"/>
                    </a:solid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288</a:t>
                      </a:r>
                    </a:p>
                  </a:txBody>
                  <a:tcPr anchor="ctr" horzOverflow="overflow">
                    <a:lnL cap="flat">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480K</a:t>
                      </a:r>
                    </a:p>
                  </a:txBody>
                  <a:tcPr anchor="ctr" horzOverflow="overflow">
                    <a:lnL cap="flat">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endParaRPr kumimoji="0" lang="en-US" altLang="en-US" sz="1400" b="1" i="0" u="none" strike="noStrike" cap="none" normalizeH="0" baseline="0">
                        <a:ln>
                          <a:noFill/>
                        </a:ln>
                        <a:solidFill>
                          <a:schemeClr val="hlink"/>
                        </a:solidFill>
                        <a:effectLst/>
                        <a:latin typeface="Arial" panose="020B0604020202020204" pitchFamily="34" charset="0"/>
                        <a:cs typeface="Arial" panose="020B0604020202020204" pitchFamily="34" charset="0"/>
                      </a:endParaRPr>
                    </a:p>
                  </a:txBody>
                  <a:tcPr anchor="ctr" horzOverflow="overflow">
                    <a:lnL>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9184708"/>
                  </a:ext>
                </a:extLst>
              </a:tr>
              <a:tr h="203200">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bg1"/>
                          </a:solidFill>
                          <a:effectLst/>
                          <a:latin typeface="Arial" panose="020B0604020202020204" pitchFamily="34" charset="0"/>
                          <a:cs typeface="Arial" panose="020B0604020202020204" pitchFamily="34" charset="0"/>
                        </a:rPr>
                        <a:t>Shift</a:t>
                      </a:r>
                    </a:p>
                  </a:txBody>
                  <a:tcPr anchor="ctr" horzOverflow="overflow">
                    <a:lnL cap="flat">
                      <a:noFill/>
                    </a:lnL>
                    <a:lnR cap="flat">
                      <a:noFill/>
                    </a:lnR>
                    <a:lnT cap="flat">
                      <a:noFill/>
                    </a:lnT>
                    <a:lnB cap="flat">
                      <a:noFill/>
                    </a:lnB>
                    <a:lnTlToBr>
                      <a:noFill/>
                    </a:lnTlToBr>
                    <a:lnBlToTr>
                      <a:noFill/>
                    </a:lnBlToTr>
                    <a:solidFill>
                      <a:srgbClr val="333399"/>
                    </a:solid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0</a:t>
                      </a:r>
                    </a:p>
                  </a:txBody>
                  <a:tcPr anchor="ctr" horzOverflow="overflow">
                    <a:lnL cap="flat">
                      <a:noFill/>
                    </a:lnL>
                    <a:lnR cap="flat">
                      <a:noFill/>
                    </a:lnR>
                    <a:lnT w="12700" cap="flat" cmpd="sng" algn="ctr">
                      <a:solidFill>
                        <a:schemeClr val="tx1"/>
                      </a:solidFill>
                      <a:prstDash val="solid"/>
                      <a:round/>
                      <a:headEnd type="none" w="sm" len="sm"/>
                      <a:tailEnd type="none" w="sm" len="sm"/>
                    </a:lnT>
                    <a:lnB cap="flat">
                      <a:noFill/>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r>
                        <a:rPr kumimoji="0" lang="en-US" altLang="en-US" sz="1400" b="1" i="0" u="none" strike="noStrike" cap="none" normalizeH="0" baseline="0">
                          <a:ln>
                            <a:noFill/>
                          </a:ln>
                          <a:solidFill>
                            <a:schemeClr val="tx1"/>
                          </a:solidFill>
                          <a:effectLst/>
                          <a:latin typeface="Arial" panose="020B0604020202020204" pitchFamily="34" charset="0"/>
                          <a:cs typeface="Arial" panose="020B0604020202020204" pitchFamily="34" charset="0"/>
                        </a:rPr>
                        <a:t>0</a:t>
                      </a:r>
                    </a:p>
                  </a:txBody>
                  <a:tcPr anchor="ctr" horzOverflow="overflow">
                    <a:lnL cap="flat">
                      <a:noFill/>
                    </a:lnL>
                    <a:lnR>
                      <a:noFill/>
                    </a:lnR>
                    <a:lnT w="12700" cap="flat" cmpd="sng" algn="ctr">
                      <a:solidFill>
                        <a:schemeClr val="tx1"/>
                      </a:solidFill>
                      <a:prstDash val="solid"/>
                      <a:round/>
                      <a:headEnd type="none" w="sm" len="sm"/>
                      <a:tailEnd type="none" w="sm" len="sm"/>
                    </a:lnT>
                    <a:lnB cap="flat">
                      <a:noFill/>
                    </a:lnB>
                    <a:lnTlToBr>
                      <a:noFill/>
                    </a:lnTlToBr>
                    <a:lnBlToTr>
                      <a:noFill/>
                    </a:lnBlToTr>
                    <a:noFill/>
                  </a:tcPr>
                </a:tc>
                <a:tc>
                  <a:txBody>
                    <a:bodyPr/>
                    <a:lstStyle>
                      <a:lvl1pPr>
                        <a:lnSpc>
                          <a:spcPct val="90000"/>
                        </a:lnSpc>
                        <a:spcBef>
                          <a:spcPct val="25000"/>
                        </a:spcBef>
                        <a:buSzPct val="125000"/>
                        <a:defRPr b="1">
                          <a:solidFill>
                            <a:schemeClr val="tx1"/>
                          </a:solidFill>
                          <a:latin typeface="Arial" panose="020B0604020202020204" pitchFamily="34" charset="0"/>
                          <a:cs typeface="Arial" panose="020B0604020202020204" pitchFamily="34" charset="0"/>
                        </a:defRPr>
                      </a:lvl1pPr>
                      <a:lvl2pPr marL="520700">
                        <a:lnSpc>
                          <a:spcPct val="90000"/>
                        </a:lnSpc>
                        <a:spcBef>
                          <a:spcPct val="25000"/>
                        </a:spcBef>
                        <a:buSzPct val="100000"/>
                        <a:defRPr sz="1600" b="1">
                          <a:solidFill>
                            <a:schemeClr val="tx1"/>
                          </a:solidFill>
                          <a:latin typeface="Arial" panose="020B0604020202020204" pitchFamily="34" charset="0"/>
                          <a:cs typeface="Arial" panose="020B0604020202020204" pitchFamily="34" charset="0"/>
                        </a:defRPr>
                      </a:lvl2pPr>
                      <a:lvl3pPr marL="976313">
                        <a:lnSpc>
                          <a:spcPct val="90000"/>
                        </a:lnSpc>
                        <a:spcBef>
                          <a:spcPct val="25000"/>
                        </a:spcBef>
                        <a:buSzPct val="100000"/>
                        <a:defRPr sz="1400" b="1">
                          <a:solidFill>
                            <a:schemeClr val="tx1"/>
                          </a:solidFill>
                          <a:latin typeface="Arial" panose="020B0604020202020204" pitchFamily="34" charset="0"/>
                          <a:cs typeface="Arial" panose="020B0604020202020204" pitchFamily="34" charset="0"/>
                        </a:defRPr>
                      </a:lvl3pPr>
                      <a:lvl4pPr marL="1427163">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4pPr>
                      <a:lvl5pPr>
                        <a:lnSpc>
                          <a:spcPct val="90000"/>
                        </a:lnSpc>
                        <a:spcBef>
                          <a:spcPct val="25000"/>
                        </a:spcBef>
                        <a:buSzPct val="100000"/>
                        <a:defRPr sz="1200" b="1">
                          <a:solidFill>
                            <a:schemeClr val="tx1"/>
                          </a:solidFill>
                          <a:latin typeface="Arial" panose="020B0604020202020204" pitchFamily="34" charset="0"/>
                          <a:cs typeface="Arial" panose="020B0604020202020204" pitchFamily="34" charset="0"/>
                        </a:defRPr>
                      </a:lvl5pPr>
                      <a:lvl6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6pPr>
                      <a:lvl7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7pPr>
                      <a:lvl8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8pPr>
                      <a:lvl9pPr fontAlgn="base">
                        <a:lnSpc>
                          <a:spcPct val="90000"/>
                        </a:lnSpc>
                        <a:spcBef>
                          <a:spcPct val="25000"/>
                        </a:spcBef>
                        <a:spcAft>
                          <a:spcPct val="0"/>
                        </a:spcAft>
                        <a:buSzPct val="100000"/>
                        <a:defRPr sz="1200"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90000"/>
                        </a:lnSpc>
                        <a:spcBef>
                          <a:spcPct val="25000"/>
                        </a:spcBef>
                        <a:spcAft>
                          <a:spcPct val="0"/>
                        </a:spcAft>
                        <a:buClrTx/>
                        <a:buSzPct val="125000"/>
                        <a:buFontTx/>
                        <a:buNone/>
                        <a:tabLst/>
                      </a:pPr>
                      <a:endParaRPr kumimoji="0" lang="en-US" altLang="en-US" sz="1400" b="1" i="0" u="none" strike="noStrike" cap="none" normalizeH="0" baseline="0">
                        <a:ln>
                          <a:noFill/>
                        </a:ln>
                        <a:solidFill>
                          <a:schemeClr val="bg2"/>
                        </a:solidFill>
                        <a:effectLst/>
                        <a:latin typeface="Arial" panose="020B0604020202020204" pitchFamily="34" charset="0"/>
                        <a:cs typeface="Arial" panose="020B0604020202020204" pitchFamily="34" charset="0"/>
                      </a:endParaRPr>
                    </a:p>
                  </a:txBody>
                  <a:tcPr anchor="ctr" horzOverflow="overflow">
                    <a:lnL>
                      <a:noFill/>
                    </a:lnL>
                    <a:lnR cap="flat">
                      <a:noFill/>
                    </a:lnR>
                    <a:lnT w="12700" cap="flat" cmpd="sng" algn="ctr">
                      <a:solidFill>
                        <a:schemeClr val="tx1"/>
                      </a:solidFill>
                      <a:prstDash val="solid"/>
                      <a:round/>
                      <a:headEnd type="none" w="sm" len="sm"/>
                      <a:tailEnd type="none" w="sm" len="sm"/>
                    </a:lnT>
                    <a:lnB cap="flat">
                      <a:noFill/>
                    </a:lnB>
                    <a:lnTlToBr>
                      <a:noFill/>
                    </a:lnTlToBr>
                    <a:lnBlToTr>
                      <a:noFill/>
                    </a:lnBlToTr>
                    <a:noFill/>
                  </a:tcPr>
                </a:tc>
                <a:extLst>
                  <a:ext uri="{0D108BD9-81ED-4DB2-BD59-A6C34878D82A}">
                    <a16:rowId xmlns:a16="http://schemas.microsoft.com/office/drawing/2014/main" val="383270507"/>
                  </a:ext>
                </a:extLst>
              </a:tr>
            </a:tbl>
          </a:graphicData>
        </a:graphic>
      </p:graphicFrame>
      <p:sp>
        <p:nvSpPr>
          <p:cNvPr id="137565" name="Text Box 349">
            <a:extLst>
              <a:ext uri="{FF2B5EF4-FFF2-40B4-BE49-F238E27FC236}">
                <a16:creationId xmlns:a16="http://schemas.microsoft.com/office/drawing/2014/main" id="{6EEDECB4-B5D5-7262-1ECC-DDDEB96CFF5D}"/>
              </a:ext>
            </a:extLst>
          </p:cNvPr>
          <p:cNvSpPr txBox="1">
            <a:spLocks noChangeArrowheads="1"/>
          </p:cNvSpPr>
          <p:nvPr/>
        </p:nvSpPr>
        <p:spPr bwMode="auto">
          <a:xfrm>
            <a:off x="152400" y="6096000"/>
            <a:ext cx="8686800"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Slide from: </a:t>
            </a:r>
            <a:r>
              <a:rPr lang="en-US" altLang="en-US" sz="1600"/>
              <a:t>“A Systolic FFT Architecture for Real Time FPGA Systems”, P. Jackson, C. Chan, C. Rader, J. Scalera, and M. Vai, HPEC’04</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0" presetClass="path" presetSubtype="0" repeatCount="indefinite" accel="50000" decel="50000" fill="hold" grpId="0" nodeType="afterEffect">
                                  <p:stCondLst>
                                    <p:cond delay="0"/>
                                  </p:stCondLst>
                                  <p:childTnLst>
                                    <p:animMotion origin="layout" path="M 0.0 0.0 L 0.13333 0.0 " pathEditMode="relative" ptsTypes="AA">
                                      <p:cBhvr>
                                        <p:cTn id="6" dur="2000" fill="hold"/>
                                        <p:tgtEl>
                                          <p:spTgt spid="137507"/>
                                        </p:tgtEl>
                                        <p:attrNameLst>
                                          <p:attrName>ppt_x</p:attrName>
                                          <p:attrName>ppt_y</p:attrName>
                                        </p:attrNameLst>
                                      </p:cBhvr>
                                    </p:animMotion>
                                  </p:childTnLst>
                                </p:cTn>
                              </p:par>
                              <p:par>
                                <p:cTn id="7" presetID="0" presetClass="path" presetSubtype="0" repeatCount="indefinite" accel="50000" decel="50000" fill="hold" grpId="0" nodeType="withEffect">
                                  <p:stCondLst>
                                    <p:cond delay="0"/>
                                  </p:stCondLst>
                                  <p:childTnLst>
                                    <p:animMotion origin="layout" path="M 0.0 0.0 L 0.13333 0.0 " pathEditMode="relative" ptsTypes="AA">
                                      <p:cBhvr>
                                        <p:cTn id="8" dur="2000" fill="hold"/>
                                        <p:tgtEl>
                                          <p:spTgt spid="137508"/>
                                        </p:tgtEl>
                                        <p:attrNameLst>
                                          <p:attrName>ppt_x</p:attrName>
                                          <p:attrName>ppt_y</p:attrName>
                                        </p:attrNameLst>
                                      </p:cBhvr>
                                    </p:animMotion>
                                  </p:childTnLst>
                                </p:cTn>
                              </p:par>
                              <p:par>
                                <p:cTn id="9" presetID="0" presetClass="path" presetSubtype="0" repeatCount="indefinite" accel="50000" decel="50000" fill="hold" grpId="0" nodeType="withEffect">
                                  <p:stCondLst>
                                    <p:cond delay="0"/>
                                  </p:stCondLst>
                                  <p:childTnLst>
                                    <p:animMotion origin="layout" path="M 0.0 0.0 L 0.13333 0.0 " pathEditMode="relative" ptsTypes="AA">
                                      <p:cBhvr>
                                        <p:cTn id="10" dur="2000" fill="hold"/>
                                        <p:tgtEl>
                                          <p:spTgt spid="137509"/>
                                        </p:tgtEl>
                                        <p:attrNameLst>
                                          <p:attrName>ppt_x</p:attrName>
                                          <p:attrName>ppt_y</p:attrName>
                                        </p:attrNameLst>
                                      </p:cBhvr>
                                    </p:animMotion>
                                  </p:childTnLst>
                                </p:cTn>
                              </p:par>
                              <p:par>
                                <p:cTn id="11" presetID="0" presetClass="path" presetSubtype="0" repeatCount="indefinite" accel="50000" decel="50000" fill="hold" grpId="0" nodeType="withEffect">
                                  <p:stCondLst>
                                    <p:cond delay="0"/>
                                  </p:stCondLst>
                                  <p:childTnLst>
                                    <p:animMotion origin="layout" path="M 0.0 0.0 L 0.13333 0.0 " pathEditMode="relative" ptsTypes="AA">
                                      <p:cBhvr>
                                        <p:cTn id="12" dur="2000" fill="hold"/>
                                        <p:tgtEl>
                                          <p:spTgt spid="137510"/>
                                        </p:tgtEl>
                                        <p:attrNameLst>
                                          <p:attrName>ppt_x</p:attrName>
                                          <p:attrName>ppt_y</p:attrName>
                                        </p:attrNameLst>
                                      </p:cBhvr>
                                    </p:animMotion>
                                  </p:childTnLst>
                                </p:cTn>
                              </p:par>
                              <p:par>
                                <p:cTn id="13" presetID="0" presetClass="path" presetSubtype="0" repeatCount="indefinite" accel="50000" decel="50000" fill="hold" grpId="0" nodeType="withEffect">
                                  <p:stCondLst>
                                    <p:cond delay="0"/>
                                  </p:stCondLst>
                                  <p:childTnLst>
                                    <p:animMotion origin="layout" path="M 0.0 0.0 L 0.13333 0.0 " pathEditMode="relative" ptsTypes="AA">
                                      <p:cBhvr>
                                        <p:cTn id="14" dur="2000" fill="hold"/>
                                        <p:tgtEl>
                                          <p:spTgt spid="137511"/>
                                        </p:tgtEl>
                                        <p:attrNameLst>
                                          <p:attrName>ppt_x</p:attrName>
                                          <p:attrName>ppt_y</p:attrName>
                                        </p:attrNameLst>
                                      </p:cBhvr>
                                    </p:animMotion>
                                  </p:childTnLst>
                                </p:cTn>
                              </p:par>
                              <p:par>
                                <p:cTn id="15" presetID="0" presetClass="path" presetSubtype="0" repeatCount="indefinite" accel="50000" decel="50000" fill="hold" grpId="0" nodeType="withEffect">
                                  <p:stCondLst>
                                    <p:cond delay="0"/>
                                  </p:stCondLst>
                                  <p:childTnLst>
                                    <p:animMotion origin="layout" path="M 0.0 0.0 L 0.13333 0.0 " pathEditMode="relative" ptsTypes="AA">
                                      <p:cBhvr>
                                        <p:cTn id="16" dur="2000" fill="hold"/>
                                        <p:tgtEl>
                                          <p:spTgt spid="137512"/>
                                        </p:tgtEl>
                                        <p:attrNameLst>
                                          <p:attrName>ppt_x</p:attrName>
                                          <p:attrName>ppt_y</p:attrName>
                                        </p:attrNameLst>
                                      </p:cBhvr>
                                    </p:animMotion>
                                  </p:childTnLst>
                                </p:cTn>
                              </p:par>
                              <p:par>
                                <p:cTn id="17" presetID="0" presetClass="path" presetSubtype="0" repeatCount="indefinite" accel="50000" decel="50000" fill="hold" grpId="0" nodeType="withEffect">
                                  <p:stCondLst>
                                    <p:cond delay="0"/>
                                  </p:stCondLst>
                                  <p:childTnLst>
                                    <p:animMotion origin="layout" path="M 0.0 0.0 L 0.13333 0.0 " pathEditMode="relative" ptsTypes="AA">
                                      <p:cBhvr>
                                        <p:cTn id="18" dur="2000" fill="hold"/>
                                        <p:tgtEl>
                                          <p:spTgt spid="137513"/>
                                        </p:tgtEl>
                                        <p:attrNameLst>
                                          <p:attrName>ppt_x</p:attrName>
                                          <p:attrName>ppt_y</p:attrName>
                                        </p:attrNameLst>
                                      </p:cBhvr>
                                    </p:animMotion>
                                  </p:childTnLst>
                                </p:cTn>
                              </p:par>
                              <p:par>
                                <p:cTn id="19" presetID="0" presetClass="path" presetSubtype="0" repeatCount="indefinite" accel="50000" decel="50000" fill="hold" grpId="0" nodeType="withEffect">
                                  <p:stCondLst>
                                    <p:cond delay="0"/>
                                  </p:stCondLst>
                                  <p:childTnLst>
                                    <p:animMotion origin="layout" path="M 0.0 0.0 L 0.13333 0.0 " pathEditMode="relative" ptsTypes="AA">
                                      <p:cBhvr>
                                        <p:cTn id="20" dur="2000" fill="hold"/>
                                        <p:tgtEl>
                                          <p:spTgt spid="137514"/>
                                        </p:tgtEl>
                                        <p:attrNameLst>
                                          <p:attrName>ppt_x</p:attrName>
                                          <p:attrName>ppt_y</p:attrName>
                                        </p:attrNameLst>
                                      </p:cBhvr>
                                    </p:animMotion>
                                  </p:childTnLst>
                                </p:cTn>
                              </p:par>
                              <p:par>
                                <p:cTn id="21" presetID="0" presetClass="path" presetSubtype="0" repeatCount="indefinite" accel="50000" decel="50000" fill="hold" grpId="0" nodeType="withEffect">
                                  <p:stCondLst>
                                    <p:cond delay="0"/>
                                  </p:stCondLst>
                                  <p:childTnLst>
                                    <p:animMotion origin="layout" path="M 0.0 0.0 L 0.13333 0.0 " pathEditMode="relative" ptsTypes="AA">
                                      <p:cBhvr>
                                        <p:cTn id="22" dur="2000" fill="hold"/>
                                        <p:tgtEl>
                                          <p:spTgt spid="137515"/>
                                        </p:tgtEl>
                                        <p:attrNameLst>
                                          <p:attrName>ppt_x</p:attrName>
                                          <p:attrName>ppt_y</p:attrName>
                                        </p:attrNameLst>
                                      </p:cBhvr>
                                    </p:animMotion>
                                  </p:childTnLst>
                                </p:cTn>
                              </p:par>
                              <p:par>
                                <p:cTn id="23" presetID="0" presetClass="path" presetSubtype="0" repeatCount="indefinite" accel="50000" decel="50000" fill="hold" grpId="0" nodeType="withEffect">
                                  <p:stCondLst>
                                    <p:cond delay="0"/>
                                  </p:stCondLst>
                                  <p:childTnLst>
                                    <p:animMotion origin="layout" path="M 0.0 0.0 L 0.13333 0.0 " pathEditMode="relative" ptsTypes="AA">
                                      <p:cBhvr>
                                        <p:cTn id="24" dur="2000" fill="hold"/>
                                        <p:tgtEl>
                                          <p:spTgt spid="137516"/>
                                        </p:tgtEl>
                                        <p:attrNameLst>
                                          <p:attrName>ppt_x</p:attrName>
                                          <p:attrName>ppt_y</p:attrName>
                                        </p:attrNameLst>
                                      </p:cBhvr>
                                    </p:animMotion>
                                  </p:childTnLst>
                                </p:cTn>
                              </p:par>
                              <p:par>
                                <p:cTn id="25" presetID="0" presetClass="path" presetSubtype="0" repeatCount="indefinite" accel="50000" decel="50000" fill="hold" grpId="0" nodeType="withEffect">
                                  <p:stCondLst>
                                    <p:cond delay="0"/>
                                  </p:stCondLst>
                                  <p:childTnLst>
                                    <p:animMotion origin="layout" path="M 0.0 0.0 L 0.13333 0.0 " pathEditMode="relative" ptsTypes="AA">
                                      <p:cBhvr>
                                        <p:cTn id="26" dur="2000" fill="hold"/>
                                        <p:tgtEl>
                                          <p:spTgt spid="137517"/>
                                        </p:tgtEl>
                                        <p:attrNameLst>
                                          <p:attrName>ppt_x</p:attrName>
                                          <p:attrName>ppt_y</p:attrName>
                                        </p:attrNameLst>
                                      </p:cBhvr>
                                    </p:animMotion>
                                  </p:childTnLst>
                                </p:cTn>
                              </p:par>
                              <p:par>
                                <p:cTn id="27" presetID="0" presetClass="path" presetSubtype="0" repeatCount="indefinite" accel="50000" decel="50000" fill="hold" grpId="0" nodeType="withEffect">
                                  <p:stCondLst>
                                    <p:cond delay="0"/>
                                  </p:stCondLst>
                                  <p:childTnLst>
                                    <p:animMotion origin="layout" path="M 0.0 0.0 L 0.13333 0.0 " pathEditMode="relative" ptsTypes="AA">
                                      <p:cBhvr>
                                        <p:cTn id="28" dur="2000" fill="hold"/>
                                        <p:tgtEl>
                                          <p:spTgt spid="137518"/>
                                        </p:tgtEl>
                                        <p:attrNameLst>
                                          <p:attrName>ppt_x</p:attrName>
                                          <p:attrName>ppt_y</p:attrName>
                                        </p:attrNameLst>
                                      </p:cBhvr>
                                    </p:animMotion>
                                  </p:childTnLst>
                                </p:cTn>
                              </p:par>
                              <p:par>
                                <p:cTn id="29" presetID="0" presetClass="path" presetSubtype="0" repeatCount="indefinite" accel="50000" decel="50000" fill="hold" grpId="0" nodeType="withEffect">
                                  <p:stCondLst>
                                    <p:cond delay="0"/>
                                  </p:stCondLst>
                                  <p:childTnLst>
                                    <p:animMotion origin="layout" path="M 0.0 0.0 L 0.13333 0.0 " pathEditMode="relative" ptsTypes="AA">
                                      <p:cBhvr>
                                        <p:cTn id="30" dur="2000" fill="hold"/>
                                        <p:tgtEl>
                                          <p:spTgt spid="137519"/>
                                        </p:tgtEl>
                                        <p:attrNameLst>
                                          <p:attrName>ppt_x</p:attrName>
                                          <p:attrName>ppt_y</p:attrName>
                                        </p:attrNameLst>
                                      </p:cBhvr>
                                    </p:animMotion>
                                  </p:childTnLst>
                                </p:cTn>
                              </p:par>
                              <p:par>
                                <p:cTn id="31" presetID="0" presetClass="path" presetSubtype="0" repeatCount="indefinite" accel="50000" decel="50000" fill="hold" grpId="0" nodeType="withEffect">
                                  <p:stCondLst>
                                    <p:cond delay="0"/>
                                  </p:stCondLst>
                                  <p:childTnLst>
                                    <p:animMotion origin="layout" path="M 0.0 0.0 L 0.13333 0.0 " pathEditMode="relative" ptsTypes="AA">
                                      <p:cBhvr>
                                        <p:cTn id="32" dur="2000" fill="hold"/>
                                        <p:tgtEl>
                                          <p:spTgt spid="137520"/>
                                        </p:tgtEl>
                                        <p:attrNameLst>
                                          <p:attrName>ppt_x</p:attrName>
                                          <p:attrName>ppt_y</p:attrName>
                                        </p:attrNameLst>
                                      </p:cBhvr>
                                    </p:animMotion>
                                  </p:childTnLst>
                                </p:cTn>
                              </p:par>
                              <p:par>
                                <p:cTn id="33" presetID="0" presetClass="path" presetSubtype="0" repeatCount="indefinite" accel="50000" decel="50000" fill="hold" grpId="0" nodeType="withEffect">
                                  <p:stCondLst>
                                    <p:cond delay="0"/>
                                  </p:stCondLst>
                                  <p:childTnLst>
                                    <p:animMotion origin="layout" path="M 0.0 0.0 L 0.13333 0.0 " pathEditMode="relative" ptsTypes="AA">
                                      <p:cBhvr>
                                        <p:cTn id="34" dur="2000" fill="hold"/>
                                        <p:tgtEl>
                                          <p:spTgt spid="137521"/>
                                        </p:tgtEl>
                                        <p:attrNameLst>
                                          <p:attrName>ppt_x</p:attrName>
                                          <p:attrName>ppt_y</p:attrName>
                                        </p:attrNameLst>
                                      </p:cBhvr>
                                    </p:animMotion>
                                  </p:childTnLst>
                                </p:cTn>
                              </p:par>
                              <p:par>
                                <p:cTn id="35" presetID="0" presetClass="path" presetSubtype="0" repeatCount="indefinite" accel="50000" decel="50000" fill="hold" grpId="0" nodeType="withEffect">
                                  <p:stCondLst>
                                    <p:cond delay="0"/>
                                  </p:stCondLst>
                                  <p:childTnLst>
                                    <p:animMotion origin="layout" path="M 0.0 0.0 L 0.13333 0.0 " pathEditMode="relative" ptsTypes="AA">
                                      <p:cBhvr>
                                        <p:cTn id="36" dur="2000" fill="hold"/>
                                        <p:tgtEl>
                                          <p:spTgt spid="137522"/>
                                        </p:tgtEl>
                                        <p:attrNameLst>
                                          <p:attrName>ppt_x</p:attrName>
                                          <p:attrName>ppt_y</p:attrName>
                                        </p:attrNameLst>
                                      </p:cBhvr>
                                    </p:animMotion>
                                  </p:childTnLst>
                                </p:cTn>
                              </p:par>
                              <p:par>
                                <p:cTn id="37" presetID="0" presetClass="path" presetSubtype="0" repeatCount="indefinite" accel="50000" decel="50000" fill="hold" grpId="0" nodeType="withEffect">
                                  <p:stCondLst>
                                    <p:cond delay="0"/>
                                  </p:stCondLst>
                                  <p:childTnLst>
                                    <p:animMotion origin="layout" path="M 0.0 0.0 L 0.13333 0.04444 " pathEditMode="relative" ptsTypes="AA">
                                      <p:cBhvr>
                                        <p:cTn id="38" dur="2000" fill="hold"/>
                                        <p:tgtEl>
                                          <p:spTgt spid="137427"/>
                                        </p:tgtEl>
                                        <p:attrNameLst>
                                          <p:attrName>ppt_x</p:attrName>
                                          <p:attrName>ppt_y</p:attrName>
                                        </p:attrNameLst>
                                      </p:cBhvr>
                                    </p:animMotion>
                                  </p:childTnLst>
                                </p:cTn>
                              </p:par>
                              <p:par>
                                <p:cTn id="39" presetID="0" presetClass="path" presetSubtype="0" repeatCount="indefinite" accel="50000" decel="50000" fill="hold" grpId="0" nodeType="withEffect">
                                  <p:stCondLst>
                                    <p:cond delay="0"/>
                                  </p:stCondLst>
                                  <p:childTnLst>
                                    <p:animMotion origin="layout" path="M 0.0 -4.44444E-6 L 0.13333 -0.04444 " pathEditMode="relative" ptsTypes="AA">
                                      <p:cBhvr>
                                        <p:cTn id="40" dur="2000" fill="hold"/>
                                        <p:tgtEl>
                                          <p:spTgt spid="137428"/>
                                        </p:tgtEl>
                                        <p:attrNameLst>
                                          <p:attrName>ppt_x</p:attrName>
                                          <p:attrName>ppt_y</p:attrName>
                                        </p:attrNameLst>
                                      </p:cBhvr>
                                    </p:animMotion>
                                  </p:childTnLst>
                                </p:cTn>
                              </p:par>
                              <p:par>
                                <p:cTn id="41" presetID="0" presetClass="path" presetSubtype="0" repeatCount="indefinite" accel="50000" decel="50000" fill="hold" grpId="0" nodeType="withEffect">
                                  <p:stCondLst>
                                    <p:cond delay="0"/>
                                  </p:stCondLst>
                                  <p:childTnLst>
                                    <p:animMotion origin="layout" path="M 0.0 1.11111E-6 L 0.13333 0.04444 " pathEditMode="relative" ptsTypes="AA">
                                      <p:cBhvr>
                                        <p:cTn id="42" dur="2000" fill="hold"/>
                                        <p:tgtEl>
                                          <p:spTgt spid="137429"/>
                                        </p:tgtEl>
                                        <p:attrNameLst>
                                          <p:attrName>ppt_x</p:attrName>
                                          <p:attrName>ppt_y</p:attrName>
                                        </p:attrNameLst>
                                      </p:cBhvr>
                                    </p:animMotion>
                                  </p:childTnLst>
                                </p:cTn>
                              </p:par>
                              <p:par>
                                <p:cTn id="43" presetID="0" presetClass="path" presetSubtype="0" repeatCount="indefinite" accel="50000" decel="50000" fill="hold" grpId="0" nodeType="withEffect">
                                  <p:stCondLst>
                                    <p:cond delay="0"/>
                                  </p:stCondLst>
                                  <p:childTnLst>
                                    <p:animMotion origin="layout" path="M 0.0 -3.33333E-6 L 0.13333 -0.04444 " pathEditMode="relative" ptsTypes="AA">
                                      <p:cBhvr>
                                        <p:cTn id="44" dur="2000" fill="hold"/>
                                        <p:tgtEl>
                                          <p:spTgt spid="137430"/>
                                        </p:tgtEl>
                                        <p:attrNameLst>
                                          <p:attrName>ppt_x</p:attrName>
                                          <p:attrName>ppt_y</p:attrName>
                                        </p:attrNameLst>
                                      </p:cBhvr>
                                    </p:animMotion>
                                  </p:childTnLst>
                                </p:cTn>
                              </p:par>
                              <p:par>
                                <p:cTn id="45" presetID="0" presetClass="path" presetSubtype="0" repeatCount="indefinite" accel="50000" decel="50000" fill="hold" grpId="0" nodeType="withEffect">
                                  <p:stCondLst>
                                    <p:cond delay="0"/>
                                  </p:stCondLst>
                                  <p:childTnLst>
                                    <p:animMotion origin="layout" path="M 0.0 2.22222E-6 L 0.13333 0.04444 " pathEditMode="relative" ptsTypes="AA">
                                      <p:cBhvr>
                                        <p:cTn id="46" dur="2000" fill="hold"/>
                                        <p:tgtEl>
                                          <p:spTgt spid="137431"/>
                                        </p:tgtEl>
                                        <p:attrNameLst>
                                          <p:attrName>ppt_x</p:attrName>
                                          <p:attrName>ppt_y</p:attrName>
                                        </p:attrNameLst>
                                      </p:cBhvr>
                                    </p:animMotion>
                                  </p:childTnLst>
                                </p:cTn>
                              </p:par>
                              <p:par>
                                <p:cTn id="47" presetID="0" presetClass="path" presetSubtype="0" repeatCount="indefinite" accel="50000" decel="50000" fill="hold" grpId="0" nodeType="withEffect">
                                  <p:stCondLst>
                                    <p:cond delay="0"/>
                                  </p:stCondLst>
                                  <p:childTnLst>
                                    <p:animMotion origin="layout" path="M 0.0 -2.22222E-6 L 0.13333 -0.04444 " pathEditMode="relative" ptsTypes="AA">
                                      <p:cBhvr>
                                        <p:cTn id="48" dur="2000" fill="hold"/>
                                        <p:tgtEl>
                                          <p:spTgt spid="137432"/>
                                        </p:tgtEl>
                                        <p:attrNameLst>
                                          <p:attrName>ppt_x</p:attrName>
                                          <p:attrName>ppt_y</p:attrName>
                                        </p:attrNameLst>
                                      </p:cBhvr>
                                    </p:animMotion>
                                  </p:childTnLst>
                                </p:cTn>
                              </p:par>
                              <p:par>
                                <p:cTn id="49" presetID="0" presetClass="path" presetSubtype="0" repeatCount="indefinite" accel="50000" decel="50000" fill="hold" grpId="0" nodeType="withEffect">
                                  <p:stCondLst>
                                    <p:cond delay="0"/>
                                  </p:stCondLst>
                                  <p:childTnLst>
                                    <p:animMotion origin="layout" path="M 0.0 3.33333E-6 L 0.13333 0.04444 " pathEditMode="relative" ptsTypes="AA">
                                      <p:cBhvr>
                                        <p:cTn id="50" dur="2000" fill="hold"/>
                                        <p:tgtEl>
                                          <p:spTgt spid="137433"/>
                                        </p:tgtEl>
                                        <p:attrNameLst>
                                          <p:attrName>ppt_x</p:attrName>
                                          <p:attrName>ppt_y</p:attrName>
                                        </p:attrNameLst>
                                      </p:cBhvr>
                                    </p:animMotion>
                                  </p:childTnLst>
                                </p:cTn>
                              </p:par>
                              <p:par>
                                <p:cTn id="51" presetID="0" presetClass="path" presetSubtype="0" repeatCount="indefinite" accel="50000" decel="50000" fill="hold" grpId="0" nodeType="withEffect">
                                  <p:stCondLst>
                                    <p:cond delay="0"/>
                                  </p:stCondLst>
                                  <p:childTnLst>
                                    <p:animMotion origin="layout" path="M 0.0 -1.11111E-6 L 0.13333 -0.04444 " pathEditMode="relative" ptsTypes="AA">
                                      <p:cBhvr>
                                        <p:cTn id="52" dur="2000" fill="hold"/>
                                        <p:tgtEl>
                                          <p:spTgt spid="137434"/>
                                        </p:tgtEl>
                                        <p:attrNameLst>
                                          <p:attrName>ppt_x</p:attrName>
                                          <p:attrName>ppt_y</p:attrName>
                                        </p:attrNameLst>
                                      </p:cBhvr>
                                    </p:animMotion>
                                  </p:childTnLst>
                                </p:cTn>
                              </p:par>
                              <p:par>
                                <p:cTn id="53" presetID="0" presetClass="path" presetSubtype="0" repeatCount="indefinite" accel="50000" decel="50000" fill="hold" grpId="0" nodeType="withEffect">
                                  <p:stCondLst>
                                    <p:cond delay="0"/>
                                  </p:stCondLst>
                                  <p:childTnLst>
                                    <p:animMotion origin="layout" path="M 0.0 4.44444E-6 L 0.13333 0.04444 " pathEditMode="relative" ptsTypes="AA">
                                      <p:cBhvr>
                                        <p:cTn id="54" dur="2000" fill="hold"/>
                                        <p:tgtEl>
                                          <p:spTgt spid="137435"/>
                                        </p:tgtEl>
                                        <p:attrNameLst>
                                          <p:attrName>ppt_x</p:attrName>
                                          <p:attrName>ppt_y</p:attrName>
                                        </p:attrNameLst>
                                      </p:cBhvr>
                                    </p:animMotion>
                                  </p:childTnLst>
                                </p:cTn>
                              </p:par>
                              <p:par>
                                <p:cTn id="55" presetID="0" presetClass="path" presetSubtype="0" repeatCount="indefinite" accel="50000" decel="50000" fill="hold" grpId="0" nodeType="withEffect">
                                  <p:stCondLst>
                                    <p:cond delay="0"/>
                                  </p:stCondLst>
                                  <p:childTnLst>
                                    <p:animMotion origin="layout" path="M 0.0 1.11022E-16 L 0.13333 -0.04444 " pathEditMode="relative" ptsTypes="AA">
                                      <p:cBhvr>
                                        <p:cTn id="56" dur="2000" fill="hold"/>
                                        <p:tgtEl>
                                          <p:spTgt spid="137436"/>
                                        </p:tgtEl>
                                        <p:attrNameLst>
                                          <p:attrName>ppt_x</p:attrName>
                                          <p:attrName>ppt_y</p:attrName>
                                        </p:attrNameLst>
                                      </p:cBhvr>
                                    </p:animMotion>
                                  </p:childTnLst>
                                </p:cTn>
                              </p:par>
                              <p:par>
                                <p:cTn id="57" presetID="0" presetClass="path" presetSubtype="0" repeatCount="indefinite" accel="50000" decel="50000" fill="hold" grpId="0" nodeType="withEffect">
                                  <p:stCondLst>
                                    <p:cond delay="0"/>
                                  </p:stCondLst>
                                  <p:childTnLst>
                                    <p:animMotion origin="layout" path="M 0.0 -4.44444E-6 L 0.13333 0.04445 " pathEditMode="relative" ptsTypes="AA">
                                      <p:cBhvr>
                                        <p:cTn id="58" dur="2000" fill="hold"/>
                                        <p:tgtEl>
                                          <p:spTgt spid="137437"/>
                                        </p:tgtEl>
                                        <p:attrNameLst>
                                          <p:attrName>ppt_x</p:attrName>
                                          <p:attrName>ppt_y</p:attrName>
                                        </p:attrNameLst>
                                      </p:cBhvr>
                                    </p:animMotion>
                                  </p:childTnLst>
                                </p:cTn>
                              </p:par>
                              <p:par>
                                <p:cTn id="59" presetID="0" presetClass="path" presetSubtype="0" repeatCount="indefinite" accel="50000" decel="50000" fill="hold" grpId="0" nodeType="withEffect">
                                  <p:stCondLst>
                                    <p:cond delay="0"/>
                                  </p:stCondLst>
                                  <p:childTnLst>
                                    <p:animMotion origin="layout" path="M 0.0 1.11111E-6 L 0.13333 -0.04445 " pathEditMode="relative" ptsTypes="AA">
                                      <p:cBhvr>
                                        <p:cTn id="60" dur="2000" fill="hold"/>
                                        <p:tgtEl>
                                          <p:spTgt spid="137438"/>
                                        </p:tgtEl>
                                        <p:attrNameLst>
                                          <p:attrName>ppt_x</p:attrName>
                                          <p:attrName>ppt_y</p:attrName>
                                        </p:attrNameLst>
                                      </p:cBhvr>
                                    </p:animMotion>
                                  </p:childTnLst>
                                </p:cTn>
                              </p:par>
                              <p:par>
                                <p:cTn id="61" presetID="0" presetClass="path" presetSubtype="0" repeatCount="indefinite" accel="50000" decel="50000" fill="hold" grpId="0" nodeType="withEffect">
                                  <p:stCondLst>
                                    <p:cond delay="0"/>
                                  </p:stCondLst>
                                  <p:childTnLst>
                                    <p:animMotion origin="layout" path="M 0.0 -3.33333E-6 L 0.13333 0.04445 " pathEditMode="relative" ptsTypes="AA">
                                      <p:cBhvr>
                                        <p:cTn id="62" dur="2000" fill="hold"/>
                                        <p:tgtEl>
                                          <p:spTgt spid="137439"/>
                                        </p:tgtEl>
                                        <p:attrNameLst>
                                          <p:attrName>ppt_x</p:attrName>
                                          <p:attrName>ppt_y</p:attrName>
                                        </p:attrNameLst>
                                      </p:cBhvr>
                                    </p:animMotion>
                                  </p:childTnLst>
                                </p:cTn>
                              </p:par>
                              <p:par>
                                <p:cTn id="63" presetID="0" presetClass="path" presetSubtype="0" repeatCount="indefinite" accel="50000" decel="50000" fill="hold" grpId="0" nodeType="withEffect">
                                  <p:stCondLst>
                                    <p:cond delay="0"/>
                                  </p:stCondLst>
                                  <p:childTnLst>
                                    <p:animMotion origin="layout" path="M 0.0 2.22222E-6 L 0.13333 -0.04445 " pathEditMode="relative" ptsTypes="AA">
                                      <p:cBhvr>
                                        <p:cTn id="64" dur="2000" fill="hold"/>
                                        <p:tgtEl>
                                          <p:spTgt spid="137440"/>
                                        </p:tgtEl>
                                        <p:attrNameLst>
                                          <p:attrName>ppt_x</p:attrName>
                                          <p:attrName>ppt_y</p:attrName>
                                        </p:attrNameLst>
                                      </p:cBhvr>
                                    </p:animMotion>
                                  </p:childTnLst>
                                </p:cTn>
                              </p:par>
                              <p:par>
                                <p:cTn id="65" presetID="0" presetClass="path" presetSubtype="0" repeatCount="indefinite" accel="50000" decel="50000" fill="hold" grpId="0" nodeType="withEffect">
                                  <p:stCondLst>
                                    <p:cond delay="0"/>
                                  </p:stCondLst>
                                  <p:childTnLst>
                                    <p:animMotion origin="layout" path="M 0.0 -2.22222E-6 L 0.13333 0.04445 " pathEditMode="relative" ptsTypes="AA">
                                      <p:cBhvr>
                                        <p:cTn id="66" dur="2000" fill="hold"/>
                                        <p:tgtEl>
                                          <p:spTgt spid="137441"/>
                                        </p:tgtEl>
                                        <p:attrNameLst>
                                          <p:attrName>ppt_x</p:attrName>
                                          <p:attrName>ppt_y</p:attrName>
                                        </p:attrNameLst>
                                      </p:cBhvr>
                                    </p:animMotion>
                                  </p:childTnLst>
                                </p:cTn>
                              </p:par>
                              <p:par>
                                <p:cTn id="67" presetID="0" presetClass="path" presetSubtype="0" repeatCount="indefinite" accel="50000" decel="50000" fill="hold" grpId="0" nodeType="withEffect">
                                  <p:stCondLst>
                                    <p:cond delay="0"/>
                                  </p:stCondLst>
                                  <p:childTnLst>
                                    <p:animMotion origin="layout" path="M 0.0 3.33333E-6 L 0.13333 -0.04445 " pathEditMode="relative" ptsTypes="AA">
                                      <p:cBhvr>
                                        <p:cTn id="68" dur="2000" fill="hold"/>
                                        <p:tgtEl>
                                          <p:spTgt spid="137442"/>
                                        </p:tgtEl>
                                        <p:attrNameLst>
                                          <p:attrName>ppt_x</p:attrName>
                                          <p:attrName>ppt_y</p:attrName>
                                        </p:attrNameLst>
                                      </p:cBhvr>
                                    </p:animMotion>
                                  </p:childTnLst>
                                </p:cTn>
                              </p:par>
                              <p:par>
                                <p:cTn id="69" presetID="0" presetClass="path" presetSubtype="0" repeatCount="indefinite" accel="50000" decel="50000" fill="hold" grpId="0" nodeType="withEffect">
                                  <p:stCondLst>
                                    <p:cond delay="0"/>
                                  </p:stCondLst>
                                  <p:childTnLst>
                                    <p:animMotion origin="layout" path="M -3.33333E-6 0.0 L 0.13334 0.08889 " pathEditMode="relative" rAng="0" ptsTypes="AA">
                                      <p:cBhvr>
                                        <p:cTn id="70" dur="2000" fill="hold"/>
                                        <p:tgtEl>
                                          <p:spTgt spid="137447"/>
                                        </p:tgtEl>
                                        <p:attrNameLst>
                                          <p:attrName>ppt_x</p:attrName>
                                          <p:attrName>ppt_y</p:attrName>
                                        </p:attrNameLst>
                                      </p:cBhvr>
                                      <p:rCtr x="6667" y="4444"/>
                                    </p:animMotion>
                                  </p:childTnLst>
                                </p:cTn>
                              </p:par>
                              <p:par>
                                <p:cTn id="71" presetID="0" presetClass="path" presetSubtype="0" repeatCount="indefinite" accel="50000" decel="50000" fill="hold" grpId="0" nodeType="withEffect">
                                  <p:stCondLst>
                                    <p:cond delay="0"/>
                                  </p:stCondLst>
                                  <p:childTnLst>
                                    <p:animMotion origin="layout" path="M -3.33333E-6 -4.44444E-6 L 0.13334 0.08889 " pathEditMode="relative" ptsTypes="AA">
                                      <p:cBhvr>
                                        <p:cTn id="72" dur="2000" fill="hold"/>
                                        <p:tgtEl>
                                          <p:spTgt spid="137443"/>
                                        </p:tgtEl>
                                        <p:attrNameLst>
                                          <p:attrName>ppt_x</p:attrName>
                                          <p:attrName>ppt_y</p:attrName>
                                        </p:attrNameLst>
                                      </p:cBhvr>
                                    </p:animMotion>
                                  </p:childTnLst>
                                </p:cTn>
                              </p:par>
                              <p:par>
                                <p:cTn id="73" presetID="0" presetClass="path" presetSubtype="0" repeatCount="indefinite" accel="50000" decel="50000" fill="hold" grpId="0" nodeType="withEffect">
                                  <p:stCondLst>
                                    <p:cond delay="0"/>
                                  </p:stCondLst>
                                  <p:childTnLst>
                                    <p:animMotion origin="layout" path="M -3.33333E-6 1.11111E-6 L 0.13334 -0.08889 " pathEditMode="relative" rAng="0" ptsTypes="AA">
                                      <p:cBhvr>
                                        <p:cTn id="74" dur="2000" fill="hold"/>
                                        <p:tgtEl>
                                          <p:spTgt spid="137455"/>
                                        </p:tgtEl>
                                        <p:attrNameLst>
                                          <p:attrName>ppt_x</p:attrName>
                                          <p:attrName>ppt_y</p:attrName>
                                        </p:attrNameLst>
                                      </p:cBhvr>
                                      <p:rCtr x="6667" y="-4444"/>
                                    </p:animMotion>
                                  </p:childTnLst>
                                </p:cTn>
                              </p:par>
                              <p:par>
                                <p:cTn id="75" presetID="0" presetClass="path" presetSubtype="0" repeatCount="indefinite" accel="50000" decel="50000" fill="hold" grpId="0" nodeType="withEffect">
                                  <p:stCondLst>
                                    <p:cond delay="0"/>
                                  </p:stCondLst>
                                  <p:childTnLst>
                                    <p:animMotion origin="layout" path="M -3.33333E-6 -3.33333E-6 L 0.13334 -0.08889 " pathEditMode="relative" ptsTypes="AA">
                                      <p:cBhvr>
                                        <p:cTn id="76" dur="2000" fill="hold"/>
                                        <p:tgtEl>
                                          <p:spTgt spid="137451"/>
                                        </p:tgtEl>
                                        <p:attrNameLst>
                                          <p:attrName>ppt_x</p:attrName>
                                          <p:attrName>ppt_y</p:attrName>
                                        </p:attrNameLst>
                                      </p:cBhvr>
                                    </p:animMotion>
                                  </p:childTnLst>
                                </p:cTn>
                              </p:par>
                              <p:par>
                                <p:cTn id="77" presetID="0" presetClass="path" presetSubtype="0" repeatCount="indefinite" accel="50000" decel="50000" fill="hold" grpId="0" nodeType="withEffect">
                                  <p:stCondLst>
                                    <p:cond delay="0"/>
                                  </p:stCondLst>
                                  <p:childTnLst>
                                    <p:animMotion origin="layout" path="M -3.33333E-6 2.22222E-6 L 0.13334 0.08889 " pathEditMode="relative" rAng="0" ptsTypes="AA">
                                      <p:cBhvr>
                                        <p:cTn id="78" dur="2000" fill="hold"/>
                                        <p:tgtEl>
                                          <p:spTgt spid="137463"/>
                                        </p:tgtEl>
                                        <p:attrNameLst>
                                          <p:attrName>ppt_x</p:attrName>
                                          <p:attrName>ppt_y</p:attrName>
                                        </p:attrNameLst>
                                      </p:cBhvr>
                                      <p:rCtr x="6667" y="4444"/>
                                    </p:animMotion>
                                  </p:childTnLst>
                                </p:cTn>
                              </p:par>
                              <p:par>
                                <p:cTn id="79" presetID="0" presetClass="path" presetSubtype="0" repeatCount="indefinite" accel="50000" decel="50000" fill="hold" grpId="0" nodeType="withEffect">
                                  <p:stCondLst>
                                    <p:cond delay="0"/>
                                  </p:stCondLst>
                                  <p:childTnLst>
                                    <p:animMotion origin="layout" path="M -3.33333E-6 -2.22222E-6 L 0.13334 0.08889 " pathEditMode="relative" ptsTypes="AA">
                                      <p:cBhvr>
                                        <p:cTn id="80" dur="2000" fill="hold"/>
                                        <p:tgtEl>
                                          <p:spTgt spid="137459"/>
                                        </p:tgtEl>
                                        <p:attrNameLst>
                                          <p:attrName>ppt_x</p:attrName>
                                          <p:attrName>ppt_y</p:attrName>
                                        </p:attrNameLst>
                                      </p:cBhvr>
                                    </p:animMotion>
                                  </p:childTnLst>
                                </p:cTn>
                              </p:par>
                              <p:par>
                                <p:cTn id="81" presetID="0" presetClass="path" presetSubtype="0" repeatCount="indefinite" accel="50000" decel="50000" fill="hold" grpId="0" nodeType="withEffect">
                                  <p:stCondLst>
                                    <p:cond delay="0"/>
                                  </p:stCondLst>
                                  <p:childTnLst>
                                    <p:animMotion origin="layout" path="M -3.33333E-6 3.33333E-6 L 0.13334 -0.08889 " pathEditMode="relative" rAng="0" ptsTypes="AA">
                                      <p:cBhvr>
                                        <p:cTn id="82" dur="2000" fill="hold"/>
                                        <p:tgtEl>
                                          <p:spTgt spid="137471"/>
                                        </p:tgtEl>
                                        <p:attrNameLst>
                                          <p:attrName>ppt_x</p:attrName>
                                          <p:attrName>ppt_y</p:attrName>
                                        </p:attrNameLst>
                                      </p:cBhvr>
                                      <p:rCtr x="6667" y="-4444"/>
                                    </p:animMotion>
                                  </p:childTnLst>
                                </p:cTn>
                              </p:par>
                              <p:par>
                                <p:cTn id="83" presetID="0" presetClass="path" presetSubtype="0" repeatCount="indefinite" accel="50000" decel="50000" fill="hold" grpId="0" nodeType="withEffect">
                                  <p:stCondLst>
                                    <p:cond delay="0"/>
                                  </p:stCondLst>
                                  <p:childTnLst>
                                    <p:animMotion origin="layout" path="M -3.33333E-6 -1.11111E-6 L 0.13334 -0.08889 " pathEditMode="relative" ptsTypes="AA">
                                      <p:cBhvr>
                                        <p:cTn id="84" dur="2000" fill="hold"/>
                                        <p:tgtEl>
                                          <p:spTgt spid="137467"/>
                                        </p:tgtEl>
                                        <p:attrNameLst>
                                          <p:attrName>ppt_x</p:attrName>
                                          <p:attrName>ppt_y</p:attrName>
                                        </p:attrNameLst>
                                      </p:cBhvr>
                                    </p:animMotion>
                                  </p:childTnLst>
                                </p:cTn>
                              </p:par>
                              <p:par>
                                <p:cTn id="85" presetID="0" presetClass="path" presetSubtype="0" repeatCount="indefinite" accel="50000" decel="50000" fill="hold" grpId="0" nodeType="withEffect">
                                  <p:stCondLst>
                                    <p:cond delay="0"/>
                                  </p:stCondLst>
                                  <p:childTnLst>
                                    <p:animMotion origin="layout" path="M -3.33333E-6 4.44444E-6 L 0.13334 0.08888 " pathEditMode="relative" rAng="0" ptsTypes="AA">
                                      <p:cBhvr>
                                        <p:cTn id="86" dur="2000" fill="hold"/>
                                        <p:tgtEl>
                                          <p:spTgt spid="137479"/>
                                        </p:tgtEl>
                                        <p:attrNameLst>
                                          <p:attrName>ppt_x</p:attrName>
                                          <p:attrName>ppt_y</p:attrName>
                                        </p:attrNameLst>
                                      </p:cBhvr>
                                      <p:rCtr x="6667" y="4444"/>
                                    </p:animMotion>
                                  </p:childTnLst>
                                </p:cTn>
                              </p:par>
                              <p:par>
                                <p:cTn id="87" presetID="0" presetClass="path" presetSubtype="0" repeatCount="indefinite" accel="50000" decel="50000" fill="hold" grpId="0" nodeType="withEffect">
                                  <p:stCondLst>
                                    <p:cond delay="0"/>
                                  </p:stCondLst>
                                  <p:childTnLst>
                                    <p:animMotion origin="layout" path="M -3.33333E-6 1.11022E-16 L 0.13334 0.08889 " pathEditMode="relative" ptsTypes="AA">
                                      <p:cBhvr>
                                        <p:cTn id="88" dur="2000" fill="hold"/>
                                        <p:tgtEl>
                                          <p:spTgt spid="137475"/>
                                        </p:tgtEl>
                                        <p:attrNameLst>
                                          <p:attrName>ppt_x</p:attrName>
                                          <p:attrName>ppt_y</p:attrName>
                                        </p:attrNameLst>
                                      </p:cBhvr>
                                    </p:animMotion>
                                  </p:childTnLst>
                                </p:cTn>
                              </p:par>
                              <p:par>
                                <p:cTn id="89" presetID="0" presetClass="path" presetSubtype="0" repeatCount="indefinite" accel="50000" decel="50000" fill="hold" grpId="0" nodeType="withEffect">
                                  <p:stCondLst>
                                    <p:cond delay="0"/>
                                  </p:stCondLst>
                                  <p:childTnLst>
                                    <p:animMotion origin="layout" path="M -3.33333E-6 -4.44444E-6 L 0.13334 -0.08888 " pathEditMode="relative" rAng="0" ptsTypes="AA">
                                      <p:cBhvr>
                                        <p:cTn id="90" dur="2000" fill="hold"/>
                                        <p:tgtEl>
                                          <p:spTgt spid="137487"/>
                                        </p:tgtEl>
                                        <p:attrNameLst>
                                          <p:attrName>ppt_x</p:attrName>
                                          <p:attrName>ppt_y</p:attrName>
                                        </p:attrNameLst>
                                      </p:cBhvr>
                                      <p:rCtr x="6667" y="-4444"/>
                                    </p:animMotion>
                                  </p:childTnLst>
                                </p:cTn>
                              </p:par>
                              <p:par>
                                <p:cTn id="91" presetID="0" presetClass="path" presetSubtype="0" repeatCount="indefinite" accel="50000" decel="50000" fill="hold" grpId="0" nodeType="withEffect">
                                  <p:stCondLst>
                                    <p:cond delay="0"/>
                                  </p:stCondLst>
                                  <p:childTnLst>
                                    <p:animMotion origin="layout" path="M -3.33333E-6 1.11111E-6 L 0.13334 -0.08889 " pathEditMode="relative" ptsTypes="AA">
                                      <p:cBhvr>
                                        <p:cTn id="92" dur="2000" fill="hold"/>
                                        <p:tgtEl>
                                          <p:spTgt spid="137483"/>
                                        </p:tgtEl>
                                        <p:attrNameLst>
                                          <p:attrName>ppt_x</p:attrName>
                                          <p:attrName>ppt_y</p:attrName>
                                        </p:attrNameLst>
                                      </p:cBhvr>
                                    </p:animMotion>
                                  </p:childTnLst>
                                </p:cTn>
                              </p:par>
                              <p:par>
                                <p:cTn id="93" presetID="0" presetClass="path" presetSubtype="0" repeatCount="indefinite" accel="50000" decel="50000" fill="hold" grpId="0" nodeType="withEffect">
                                  <p:stCondLst>
                                    <p:cond delay="0"/>
                                  </p:stCondLst>
                                  <p:childTnLst>
                                    <p:animMotion origin="layout" path="M -3.33333E-6 -3.33333E-6 L 0.13334 0.08889 " pathEditMode="relative" rAng="0" ptsTypes="AA">
                                      <p:cBhvr>
                                        <p:cTn id="94" dur="2000" fill="hold"/>
                                        <p:tgtEl>
                                          <p:spTgt spid="137495"/>
                                        </p:tgtEl>
                                        <p:attrNameLst>
                                          <p:attrName>ppt_x</p:attrName>
                                          <p:attrName>ppt_y</p:attrName>
                                        </p:attrNameLst>
                                      </p:cBhvr>
                                      <p:rCtr x="6667" y="4444"/>
                                    </p:animMotion>
                                  </p:childTnLst>
                                </p:cTn>
                              </p:par>
                              <p:par>
                                <p:cTn id="95" presetID="0" presetClass="path" presetSubtype="0" repeatCount="indefinite" accel="50000" decel="50000" fill="hold" grpId="0" nodeType="withEffect">
                                  <p:stCondLst>
                                    <p:cond delay="0"/>
                                  </p:stCondLst>
                                  <p:childTnLst>
                                    <p:animMotion origin="layout" path="M -3.33333E-6 2.22222E-6 L 0.13334 0.08889 " pathEditMode="relative" ptsTypes="AA">
                                      <p:cBhvr>
                                        <p:cTn id="96" dur="2000" fill="hold"/>
                                        <p:tgtEl>
                                          <p:spTgt spid="137491"/>
                                        </p:tgtEl>
                                        <p:attrNameLst>
                                          <p:attrName>ppt_x</p:attrName>
                                          <p:attrName>ppt_y</p:attrName>
                                        </p:attrNameLst>
                                      </p:cBhvr>
                                    </p:animMotion>
                                  </p:childTnLst>
                                </p:cTn>
                              </p:par>
                              <p:par>
                                <p:cTn id="97" presetID="0" presetClass="path" presetSubtype="0" repeatCount="indefinite" accel="50000" decel="50000" fill="hold" grpId="0" nodeType="withEffect">
                                  <p:stCondLst>
                                    <p:cond delay="0"/>
                                  </p:stCondLst>
                                  <p:childTnLst>
                                    <p:animMotion origin="layout" path="M -3.33333E-6 -2.22222E-6 L 0.13334 -0.08889 " pathEditMode="relative" rAng="0" ptsTypes="AA">
                                      <p:cBhvr>
                                        <p:cTn id="98" dur="2000" fill="hold"/>
                                        <p:tgtEl>
                                          <p:spTgt spid="137503"/>
                                        </p:tgtEl>
                                        <p:attrNameLst>
                                          <p:attrName>ppt_x</p:attrName>
                                          <p:attrName>ppt_y</p:attrName>
                                        </p:attrNameLst>
                                      </p:cBhvr>
                                      <p:rCtr x="6667" y="-4444"/>
                                    </p:animMotion>
                                  </p:childTnLst>
                                </p:cTn>
                              </p:par>
                              <p:par>
                                <p:cTn id="99" presetID="0" presetClass="path" presetSubtype="0" repeatCount="indefinite" accel="50000" decel="50000" fill="hold" grpId="0" nodeType="withEffect">
                                  <p:stCondLst>
                                    <p:cond delay="0"/>
                                  </p:stCondLst>
                                  <p:childTnLst>
                                    <p:animMotion origin="layout" path="M -3.33333E-6 3.33333E-6 L 0.13334 -0.08889 " pathEditMode="relative" ptsTypes="AA">
                                      <p:cBhvr>
                                        <p:cTn id="100" dur="2000" fill="hold"/>
                                        <p:tgtEl>
                                          <p:spTgt spid="137499"/>
                                        </p:tgtEl>
                                        <p:attrNameLst>
                                          <p:attrName>ppt_x</p:attrName>
                                          <p:attrName>ppt_y</p:attrName>
                                        </p:attrNameLst>
                                      </p:cBhvr>
                                    </p:animMotion>
                                  </p:childTnLst>
                                </p:cTn>
                              </p:par>
                              <p:par>
                                <p:cTn id="101" presetID="0" presetClass="path" presetSubtype="0" repeatCount="indefinite" accel="50000" decel="50000" fill="hold" grpId="0" nodeType="withEffect">
                                  <p:stCondLst>
                                    <p:cond delay="0"/>
                                  </p:stCondLst>
                                  <p:childTnLst>
                                    <p:animMotion origin="layout" path="M 3.33333E-6 0.0 L 0.13333 0.17778 " pathEditMode="relative" ptsTypes="AA">
                                      <p:cBhvr>
                                        <p:cTn id="102" dur="2000" fill="hold"/>
                                        <p:tgtEl>
                                          <p:spTgt spid="137456"/>
                                        </p:tgtEl>
                                        <p:attrNameLst>
                                          <p:attrName>ppt_x</p:attrName>
                                          <p:attrName>ppt_y</p:attrName>
                                        </p:attrNameLst>
                                      </p:cBhvr>
                                    </p:animMotion>
                                  </p:childTnLst>
                                </p:cTn>
                              </p:par>
                              <p:par>
                                <p:cTn id="103" presetID="0" presetClass="path" presetSubtype="0" repeatCount="indefinite" accel="50000" decel="50000" fill="hold" grpId="0" nodeType="withEffect">
                                  <p:stCondLst>
                                    <p:cond delay="0"/>
                                  </p:stCondLst>
                                  <p:childTnLst>
                                    <p:animMotion origin="layout" path="M 3.33333E-6 -4.44444E-6 L 0.13333 0.17778 " pathEditMode="relative" rAng="0" ptsTypes="AA">
                                      <p:cBhvr>
                                        <p:cTn id="104" dur="2000" fill="hold"/>
                                        <p:tgtEl>
                                          <p:spTgt spid="137452"/>
                                        </p:tgtEl>
                                        <p:attrNameLst>
                                          <p:attrName>ppt_x</p:attrName>
                                          <p:attrName>ppt_y</p:attrName>
                                        </p:attrNameLst>
                                      </p:cBhvr>
                                      <p:rCtr x="6667" y="8889"/>
                                    </p:animMotion>
                                  </p:childTnLst>
                                </p:cTn>
                              </p:par>
                              <p:par>
                                <p:cTn id="105" presetID="0" presetClass="path" presetSubtype="0" repeatCount="indefinite" accel="50000" decel="50000" fill="hold" grpId="0" nodeType="withEffect">
                                  <p:stCondLst>
                                    <p:cond delay="0"/>
                                  </p:stCondLst>
                                  <p:childTnLst>
                                    <p:animMotion origin="layout" path="M 3.33333E-6 1.11111E-6 L 0.13333 0.17778 " pathEditMode="relative" ptsTypes="AA">
                                      <p:cBhvr>
                                        <p:cTn id="106" dur="2000" fill="hold"/>
                                        <p:tgtEl>
                                          <p:spTgt spid="137448"/>
                                        </p:tgtEl>
                                        <p:attrNameLst>
                                          <p:attrName>ppt_x</p:attrName>
                                          <p:attrName>ppt_y</p:attrName>
                                        </p:attrNameLst>
                                      </p:cBhvr>
                                    </p:animMotion>
                                  </p:childTnLst>
                                </p:cTn>
                              </p:par>
                              <p:par>
                                <p:cTn id="107" presetID="0" presetClass="path" presetSubtype="0" repeatCount="indefinite" accel="50000" decel="50000" fill="hold" grpId="0" nodeType="withEffect">
                                  <p:stCondLst>
                                    <p:cond delay="0"/>
                                  </p:stCondLst>
                                  <p:childTnLst>
                                    <p:animMotion origin="layout" path="M 3.33333E-6 -3.33333E-6 L 0.13333 0.17778 " pathEditMode="relative" rAng="0" ptsTypes="AA">
                                      <p:cBhvr>
                                        <p:cTn id="108" dur="2000" fill="hold"/>
                                        <p:tgtEl>
                                          <p:spTgt spid="137444"/>
                                        </p:tgtEl>
                                        <p:attrNameLst>
                                          <p:attrName>ppt_x</p:attrName>
                                          <p:attrName>ppt_y</p:attrName>
                                        </p:attrNameLst>
                                      </p:cBhvr>
                                      <p:rCtr x="6667" y="8889"/>
                                    </p:animMotion>
                                  </p:childTnLst>
                                </p:cTn>
                              </p:par>
                              <p:par>
                                <p:cTn id="109" presetID="0" presetClass="path" presetSubtype="0" repeatCount="indefinite" accel="50000" decel="50000" fill="hold" grpId="0" nodeType="withEffect">
                                  <p:stCondLst>
                                    <p:cond delay="0"/>
                                  </p:stCondLst>
                                  <p:childTnLst>
                                    <p:animMotion origin="layout" path="M 3.33333E-6 2.22222E-6 L 0.13333 -0.17778 " pathEditMode="relative" rAng="0" ptsTypes="AA">
                                      <p:cBhvr>
                                        <p:cTn id="110" dur="2000" fill="hold"/>
                                        <p:tgtEl>
                                          <p:spTgt spid="137472"/>
                                        </p:tgtEl>
                                        <p:attrNameLst>
                                          <p:attrName>ppt_x</p:attrName>
                                          <p:attrName>ppt_y</p:attrName>
                                        </p:attrNameLst>
                                      </p:cBhvr>
                                      <p:rCtr x="6667" y="-8889"/>
                                    </p:animMotion>
                                  </p:childTnLst>
                                </p:cTn>
                              </p:par>
                              <p:par>
                                <p:cTn id="111" presetID="0" presetClass="path" presetSubtype="0" repeatCount="indefinite" accel="50000" decel="50000" fill="hold" grpId="0" nodeType="withEffect">
                                  <p:stCondLst>
                                    <p:cond delay="0"/>
                                  </p:stCondLst>
                                  <p:childTnLst>
                                    <p:animMotion origin="layout" path="M 3.33333E-6 -2.22222E-6 L 0.13333 -0.17778 " pathEditMode="relative" rAng="0" ptsTypes="AA">
                                      <p:cBhvr>
                                        <p:cTn id="112" dur="2000" fill="hold"/>
                                        <p:tgtEl>
                                          <p:spTgt spid="137468"/>
                                        </p:tgtEl>
                                        <p:attrNameLst>
                                          <p:attrName>ppt_x</p:attrName>
                                          <p:attrName>ppt_y</p:attrName>
                                        </p:attrNameLst>
                                      </p:cBhvr>
                                      <p:rCtr x="6667" y="-8889"/>
                                    </p:animMotion>
                                  </p:childTnLst>
                                </p:cTn>
                              </p:par>
                              <p:par>
                                <p:cTn id="113" presetID="0" presetClass="path" presetSubtype="0" repeatCount="indefinite" accel="50000" decel="50000" fill="hold" grpId="0" nodeType="withEffect">
                                  <p:stCondLst>
                                    <p:cond delay="0"/>
                                  </p:stCondLst>
                                  <p:childTnLst>
                                    <p:animMotion origin="layout" path="M 3.33333E-6 3.33333E-6 L 0.13333 -0.17778 " pathEditMode="relative" ptsTypes="AA">
                                      <p:cBhvr>
                                        <p:cTn id="114" dur="2000" fill="hold"/>
                                        <p:tgtEl>
                                          <p:spTgt spid="137464"/>
                                        </p:tgtEl>
                                        <p:attrNameLst>
                                          <p:attrName>ppt_x</p:attrName>
                                          <p:attrName>ppt_y</p:attrName>
                                        </p:attrNameLst>
                                      </p:cBhvr>
                                    </p:animMotion>
                                  </p:childTnLst>
                                </p:cTn>
                              </p:par>
                              <p:par>
                                <p:cTn id="115" presetID="0" presetClass="path" presetSubtype="0" repeatCount="indefinite" accel="50000" decel="50000" fill="hold" grpId="0" nodeType="withEffect">
                                  <p:stCondLst>
                                    <p:cond delay="0"/>
                                  </p:stCondLst>
                                  <p:childTnLst>
                                    <p:animMotion origin="layout" path="M 3.33333E-6 -1.11111E-6 L 0.13333 -0.17778 " pathEditMode="relative" rAng="0" ptsTypes="AA">
                                      <p:cBhvr>
                                        <p:cTn id="116" dur="2000" fill="hold"/>
                                        <p:tgtEl>
                                          <p:spTgt spid="137460"/>
                                        </p:tgtEl>
                                        <p:attrNameLst>
                                          <p:attrName>ppt_x</p:attrName>
                                          <p:attrName>ppt_y</p:attrName>
                                        </p:attrNameLst>
                                      </p:cBhvr>
                                      <p:rCtr x="6667" y="-8889"/>
                                    </p:animMotion>
                                  </p:childTnLst>
                                </p:cTn>
                              </p:par>
                              <p:par>
                                <p:cTn id="117" presetID="0" presetClass="path" presetSubtype="0" repeatCount="indefinite" accel="50000" decel="50000" fill="hold" grpId="0" nodeType="withEffect">
                                  <p:stCondLst>
                                    <p:cond delay="0"/>
                                  </p:stCondLst>
                                  <p:childTnLst>
                                    <p:animMotion origin="layout" path="M 3.33333E-6 4.44444E-6 L 0.13333 0.17777 " pathEditMode="relative" rAng="0" ptsTypes="AA">
                                      <p:cBhvr>
                                        <p:cTn id="118" dur="2000" fill="hold"/>
                                        <p:tgtEl>
                                          <p:spTgt spid="137488"/>
                                        </p:tgtEl>
                                        <p:attrNameLst>
                                          <p:attrName>ppt_x</p:attrName>
                                          <p:attrName>ppt_y</p:attrName>
                                        </p:attrNameLst>
                                      </p:cBhvr>
                                      <p:rCtr x="6667" y="8889"/>
                                    </p:animMotion>
                                  </p:childTnLst>
                                </p:cTn>
                              </p:par>
                              <p:par>
                                <p:cTn id="119" presetID="0" presetClass="path" presetSubtype="0" repeatCount="indefinite" accel="50000" decel="50000" fill="hold" grpId="0" nodeType="withEffect">
                                  <p:stCondLst>
                                    <p:cond delay="0"/>
                                  </p:stCondLst>
                                  <p:childTnLst>
                                    <p:animMotion origin="layout" path="M 3.33333E-6 1.11022E-16 L 0.13333 0.17778 " pathEditMode="relative" rAng="0" ptsTypes="AA">
                                      <p:cBhvr>
                                        <p:cTn id="120" dur="2000" fill="hold"/>
                                        <p:tgtEl>
                                          <p:spTgt spid="137484"/>
                                        </p:tgtEl>
                                        <p:attrNameLst>
                                          <p:attrName>ppt_x</p:attrName>
                                          <p:attrName>ppt_y</p:attrName>
                                        </p:attrNameLst>
                                      </p:cBhvr>
                                      <p:rCtr x="6667" y="8889"/>
                                    </p:animMotion>
                                  </p:childTnLst>
                                </p:cTn>
                              </p:par>
                              <p:par>
                                <p:cTn id="121" presetID="0" presetClass="path" presetSubtype="0" repeatCount="indefinite" accel="50000" decel="50000" fill="hold" grpId="0" nodeType="withEffect">
                                  <p:stCondLst>
                                    <p:cond delay="0"/>
                                  </p:stCondLst>
                                  <p:childTnLst>
                                    <p:animMotion origin="layout" path="M 3.33333E-6 -4.44444E-6 L 0.13333 0.17778 " pathEditMode="relative" ptsTypes="AA">
                                      <p:cBhvr>
                                        <p:cTn id="122" dur="2000" fill="hold"/>
                                        <p:tgtEl>
                                          <p:spTgt spid="137480"/>
                                        </p:tgtEl>
                                        <p:attrNameLst>
                                          <p:attrName>ppt_x</p:attrName>
                                          <p:attrName>ppt_y</p:attrName>
                                        </p:attrNameLst>
                                      </p:cBhvr>
                                    </p:animMotion>
                                  </p:childTnLst>
                                </p:cTn>
                              </p:par>
                              <p:par>
                                <p:cTn id="123" presetID="0" presetClass="path" presetSubtype="0" repeatCount="indefinite" accel="50000" decel="50000" fill="hold" grpId="0" nodeType="withEffect">
                                  <p:stCondLst>
                                    <p:cond delay="0"/>
                                  </p:stCondLst>
                                  <p:childTnLst>
                                    <p:animMotion origin="layout" path="M 3.33333E-6 1.11111E-6 L 0.13333 0.17778 " pathEditMode="relative" rAng="0" ptsTypes="AA">
                                      <p:cBhvr>
                                        <p:cTn id="124" dur="2000" fill="hold"/>
                                        <p:tgtEl>
                                          <p:spTgt spid="137476"/>
                                        </p:tgtEl>
                                        <p:attrNameLst>
                                          <p:attrName>ppt_x</p:attrName>
                                          <p:attrName>ppt_y</p:attrName>
                                        </p:attrNameLst>
                                      </p:cBhvr>
                                      <p:rCtr x="6667" y="8889"/>
                                    </p:animMotion>
                                  </p:childTnLst>
                                </p:cTn>
                              </p:par>
                              <p:par>
                                <p:cTn id="125" presetID="0" presetClass="path" presetSubtype="0" repeatCount="indefinite" accel="50000" decel="50000" fill="hold" grpId="0" nodeType="withEffect">
                                  <p:stCondLst>
                                    <p:cond delay="0"/>
                                  </p:stCondLst>
                                  <p:childTnLst>
                                    <p:animMotion origin="layout" path="M 3.33333E-6 -3.33333E-6 L 0.13333 -0.17777 " pathEditMode="relative" rAng="0" ptsTypes="AA">
                                      <p:cBhvr>
                                        <p:cTn id="126" dur="2000" fill="hold"/>
                                        <p:tgtEl>
                                          <p:spTgt spid="137504"/>
                                        </p:tgtEl>
                                        <p:attrNameLst>
                                          <p:attrName>ppt_x</p:attrName>
                                          <p:attrName>ppt_y</p:attrName>
                                        </p:attrNameLst>
                                      </p:cBhvr>
                                      <p:rCtr x="6667" y="-8889"/>
                                    </p:animMotion>
                                  </p:childTnLst>
                                </p:cTn>
                              </p:par>
                              <p:par>
                                <p:cTn id="127" presetID="0" presetClass="path" presetSubtype="0" repeatCount="indefinite" accel="50000" decel="50000" fill="hold" grpId="0" nodeType="withEffect">
                                  <p:stCondLst>
                                    <p:cond delay="0"/>
                                  </p:stCondLst>
                                  <p:childTnLst>
                                    <p:animMotion origin="layout" path="M 3.33333E-6 2.22222E-6 L 0.13333 -0.17778 " pathEditMode="relative" rAng="0" ptsTypes="AA">
                                      <p:cBhvr>
                                        <p:cTn id="128" dur="2000" fill="hold"/>
                                        <p:tgtEl>
                                          <p:spTgt spid="137500"/>
                                        </p:tgtEl>
                                        <p:attrNameLst>
                                          <p:attrName>ppt_x</p:attrName>
                                          <p:attrName>ppt_y</p:attrName>
                                        </p:attrNameLst>
                                      </p:cBhvr>
                                      <p:rCtr x="6667" y="-8889"/>
                                    </p:animMotion>
                                  </p:childTnLst>
                                </p:cTn>
                              </p:par>
                              <p:par>
                                <p:cTn id="129" presetID="0" presetClass="path" presetSubtype="0" repeatCount="indefinite" accel="50000" decel="50000" fill="hold" grpId="0" nodeType="withEffect">
                                  <p:stCondLst>
                                    <p:cond delay="0"/>
                                  </p:stCondLst>
                                  <p:childTnLst>
                                    <p:animMotion origin="layout" path="M 3.33333E-6 -2.22222E-6 L 0.13333 -0.17778 " pathEditMode="relative" ptsTypes="AA">
                                      <p:cBhvr>
                                        <p:cTn id="130" dur="2000" fill="hold"/>
                                        <p:tgtEl>
                                          <p:spTgt spid="137496"/>
                                        </p:tgtEl>
                                        <p:attrNameLst>
                                          <p:attrName>ppt_x</p:attrName>
                                          <p:attrName>ppt_y</p:attrName>
                                        </p:attrNameLst>
                                      </p:cBhvr>
                                    </p:animMotion>
                                  </p:childTnLst>
                                </p:cTn>
                              </p:par>
                              <p:par>
                                <p:cTn id="131" presetID="0" presetClass="path" presetSubtype="0" repeatCount="indefinite" accel="50000" decel="50000" fill="hold" grpId="0" nodeType="withEffect">
                                  <p:stCondLst>
                                    <p:cond delay="0"/>
                                  </p:stCondLst>
                                  <p:childTnLst>
                                    <p:animMotion origin="layout" path="M 3.33333E-6 3.33333E-6 L 0.13333 -0.17778 " pathEditMode="relative" rAng="0" ptsTypes="AA">
                                      <p:cBhvr>
                                        <p:cTn id="132" dur="2000" fill="hold"/>
                                        <p:tgtEl>
                                          <p:spTgt spid="137492"/>
                                        </p:tgtEl>
                                        <p:attrNameLst>
                                          <p:attrName>ppt_x</p:attrName>
                                          <p:attrName>ppt_y</p:attrName>
                                        </p:attrNameLst>
                                      </p:cBhvr>
                                      <p:rCtr x="6667" y="-8889"/>
                                    </p:animMotion>
                                  </p:childTnLst>
                                </p:cTn>
                              </p:par>
                              <p:par>
                                <p:cTn id="133" presetID="0" presetClass="path" presetSubtype="0" repeatCount="indefinite" accel="50000" decel="50000" fill="hold" grpId="0" nodeType="withEffect">
                                  <p:stCondLst>
                                    <p:cond delay="0"/>
                                  </p:stCondLst>
                                  <p:childTnLst>
                                    <p:animMotion origin="layout" path="M 0.0 0.0 L 0.13333 0.35556 " pathEditMode="relative" ptsTypes="AA">
                                      <p:cBhvr>
                                        <p:cTn id="134" dur="2000" fill="hold"/>
                                        <p:tgtEl>
                                          <p:spTgt spid="137473"/>
                                        </p:tgtEl>
                                        <p:attrNameLst>
                                          <p:attrName>ppt_x</p:attrName>
                                          <p:attrName>ppt_y</p:attrName>
                                        </p:attrNameLst>
                                      </p:cBhvr>
                                    </p:animMotion>
                                  </p:childTnLst>
                                </p:cTn>
                              </p:par>
                              <p:par>
                                <p:cTn id="135" presetID="0" presetClass="path" presetSubtype="0" repeatCount="indefinite" accel="50000" decel="50000" fill="hold" grpId="0" nodeType="withEffect">
                                  <p:stCondLst>
                                    <p:cond delay="0"/>
                                  </p:stCondLst>
                                  <p:childTnLst>
                                    <p:animMotion origin="layout" path="M 0.0 -4.44444E-6 L 0.13333 0.35556 " pathEditMode="relative" rAng="0" ptsTypes="AA">
                                      <p:cBhvr>
                                        <p:cTn id="136" dur="2000" fill="hold"/>
                                        <p:tgtEl>
                                          <p:spTgt spid="137469"/>
                                        </p:tgtEl>
                                        <p:attrNameLst>
                                          <p:attrName>ppt_x</p:attrName>
                                          <p:attrName>ppt_y</p:attrName>
                                        </p:attrNameLst>
                                      </p:cBhvr>
                                      <p:rCtr x="6667" y="17778"/>
                                    </p:animMotion>
                                  </p:childTnLst>
                                </p:cTn>
                              </p:par>
                              <p:par>
                                <p:cTn id="137" presetID="0" presetClass="path" presetSubtype="0" repeatCount="indefinite" accel="50000" decel="50000" fill="hold" grpId="0" nodeType="withEffect">
                                  <p:stCondLst>
                                    <p:cond delay="0"/>
                                  </p:stCondLst>
                                  <p:childTnLst>
                                    <p:animMotion origin="layout" path="M 0.0 1.11111E-6 L 0.13333 0.35555 " pathEditMode="relative" rAng="0" ptsTypes="AA">
                                      <p:cBhvr>
                                        <p:cTn id="138" dur="2000" fill="hold"/>
                                        <p:tgtEl>
                                          <p:spTgt spid="137465"/>
                                        </p:tgtEl>
                                        <p:attrNameLst>
                                          <p:attrName>ppt_x</p:attrName>
                                          <p:attrName>ppt_y</p:attrName>
                                        </p:attrNameLst>
                                      </p:cBhvr>
                                      <p:rCtr x="6667" y="17778"/>
                                    </p:animMotion>
                                  </p:childTnLst>
                                </p:cTn>
                              </p:par>
                              <p:par>
                                <p:cTn id="139" presetID="0" presetClass="path" presetSubtype="0" repeatCount="indefinite" accel="50000" decel="50000" fill="hold" grpId="0" nodeType="withEffect">
                                  <p:stCondLst>
                                    <p:cond delay="0"/>
                                  </p:stCondLst>
                                  <p:childTnLst>
                                    <p:animMotion origin="layout" path="M 0.0 -3.33333E-6 L 0.13333 0.35556 " pathEditMode="relative" rAng="0" ptsTypes="AA">
                                      <p:cBhvr>
                                        <p:cTn id="140" dur="2000" fill="hold"/>
                                        <p:tgtEl>
                                          <p:spTgt spid="137461"/>
                                        </p:tgtEl>
                                        <p:attrNameLst>
                                          <p:attrName>ppt_x</p:attrName>
                                          <p:attrName>ppt_y</p:attrName>
                                        </p:attrNameLst>
                                      </p:cBhvr>
                                      <p:rCtr x="6667" y="17778"/>
                                    </p:animMotion>
                                  </p:childTnLst>
                                </p:cTn>
                              </p:par>
                              <p:par>
                                <p:cTn id="141" presetID="0" presetClass="path" presetSubtype="0" repeatCount="indefinite" accel="50000" decel="50000" fill="hold" grpId="0" nodeType="withEffect">
                                  <p:stCondLst>
                                    <p:cond delay="0"/>
                                  </p:stCondLst>
                                  <p:childTnLst>
                                    <p:animMotion origin="layout" path="M 0.0 2.22222E-6 L 0.13333 0.35555 " pathEditMode="relative" rAng="0" ptsTypes="AA">
                                      <p:cBhvr>
                                        <p:cTn id="142" dur="2000" fill="hold"/>
                                        <p:tgtEl>
                                          <p:spTgt spid="137457"/>
                                        </p:tgtEl>
                                        <p:attrNameLst>
                                          <p:attrName>ppt_x</p:attrName>
                                          <p:attrName>ppt_y</p:attrName>
                                        </p:attrNameLst>
                                      </p:cBhvr>
                                      <p:rCtr x="6667" y="17778"/>
                                    </p:animMotion>
                                  </p:childTnLst>
                                </p:cTn>
                              </p:par>
                              <p:par>
                                <p:cTn id="143" presetID="0" presetClass="path" presetSubtype="0" repeatCount="indefinite" accel="50000" decel="50000" fill="hold" grpId="0" nodeType="withEffect">
                                  <p:stCondLst>
                                    <p:cond delay="0"/>
                                  </p:stCondLst>
                                  <p:childTnLst>
                                    <p:animMotion origin="layout" path="M 0.0 5.55556E-6 L 0.13333 0.35556 " pathEditMode="relative" ptsTypes="AA">
                                      <p:cBhvr>
                                        <p:cTn id="144" dur="2000" fill="hold"/>
                                        <p:tgtEl>
                                          <p:spTgt spid="137453"/>
                                        </p:tgtEl>
                                        <p:attrNameLst>
                                          <p:attrName>ppt_x</p:attrName>
                                          <p:attrName>ppt_y</p:attrName>
                                        </p:attrNameLst>
                                      </p:cBhvr>
                                    </p:animMotion>
                                  </p:childTnLst>
                                </p:cTn>
                              </p:par>
                              <p:par>
                                <p:cTn id="145" presetID="0" presetClass="path" presetSubtype="0" repeatCount="indefinite" accel="50000" decel="50000" fill="hold" grpId="0" nodeType="withEffect">
                                  <p:stCondLst>
                                    <p:cond delay="0"/>
                                  </p:stCondLst>
                                  <p:childTnLst>
                                    <p:animMotion origin="layout" path="M 0.0 -4.44444E-6 L 0.13333 0.35556 " pathEditMode="relative" ptsTypes="AA">
                                      <p:cBhvr>
                                        <p:cTn id="146" dur="2000" fill="hold"/>
                                        <p:tgtEl>
                                          <p:spTgt spid="137449"/>
                                        </p:tgtEl>
                                        <p:attrNameLst>
                                          <p:attrName>ppt_x</p:attrName>
                                          <p:attrName>ppt_y</p:attrName>
                                        </p:attrNameLst>
                                      </p:cBhvr>
                                    </p:animMotion>
                                  </p:childTnLst>
                                </p:cTn>
                              </p:par>
                              <p:par>
                                <p:cTn id="147" presetID="0" presetClass="path" presetSubtype="0" repeatCount="indefinite" accel="50000" decel="50000" fill="hold" grpId="0" nodeType="withEffect">
                                  <p:stCondLst>
                                    <p:cond delay="0"/>
                                  </p:stCondLst>
                                  <p:childTnLst>
                                    <p:animMotion origin="layout" path="M 0.0 5.55556E-6 L 0.13333 0.35556 " pathEditMode="relative" ptsTypes="AA">
                                      <p:cBhvr>
                                        <p:cTn id="148" dur="2000" fill="hold"/>
                                        <p:tgtEl>
                                          <p:spTgt spid="137445"/>
                                        </p:tgtEl>
                                        <p:attrNameLst>
                                          <p:attrName>ppt_x</p:attrName>
                                          <p:attrName>ppt_y</p:attrName>
                                        </p:attrNameLst>
                                      </p:cBhvr>
                                    </p:animMotion>
                                  </p:childTnLst>
                                </p:cTn>
                              </p:par>
                              <p:par>
                                <p:cTn id="149" presetID="0" presetClass="path" presetSubtype="0" repeatCount="indefinite" accel="50000" decel="50000" fill="hold" grpId="0" nodeType="withEffect">
                                  <p:stCondLst>
                                    <p:cond delay="0"/>
                                  </p:stCondLst>
                                  <p:childTnLst>
                                    <p:animMotion origin="layout" path="M 0.0 4.44444E-6 L 0.13333 -0.35556 " pathEditMode="relative" rAng="0" ptsTypes="AA">
                                      <p:cBhvr>
                                        <p:cTn id="150" dur="2000" fill="hold"/>
                                        <p:tgtEl>
                                          <p:spTgt spid="137505"/>
                                        </p:tgtEl>
                                        <p:attrNameLst>
                                          <p:attrName>ppt_x</p:attrName>
                                          <p:attrName>ppt_y</p:attrName>
                                        </p:attrNameLst>
                                      </p:cBhvr>
                                      <p:rCtr x="6667" y="-17778"/>
                                    </p:animMotion>
                                  </p:childTnLst>
                                </p:cTn>
                              </p:par>
                              <p:par>
                                <p:cTn id="151" presetID="0" presetClass="path" presetSubtype="0" repeatCount="indefinite" accel="50000" decel="50000" fill="hold" grpId="0" nodeType="withEffect">
                                  <p:stCondLst>
                                    <p:cond delay="0"/>
                                  </p:stCondLst>
                                  <p:childTnLst>
                                    <p:animMotion origin="layout" path="M 0.0 1.11022E-16 L 0.13333 -0.35556 " pathEditMode="relative" rAng="0" ptsTypes="AA">
                                      <p:cBhvr>
                                        <p:cTn id="152" dur="2000" fill="hold"/>
                                        <p:tgtEl>
                                          <p:spTgt spid="137501"/>
                                        </p:tgtEl>
                                        <p:attrNameLst>
                                          <p:attrName>ppt_x</p:attrName>
                                          <p:attrName>ppt_y</p:attrName>
                                        </p:attrNameLst>
                                      </p:cBhvr>
                                      <p:rCtr x="6667" y="-17778"/>
                                    </p:animMotion>
                                  </p:childTnLst>
                                </p:cTn>
                              </p:par>
                              <p:par>
                                <p:cTn id="153" presetID="0" presetClass="path" presetSubtype="0" repeatCount="indefinite" accel="50000" decel="50000" fill="hold" grpId="0" nodeType="withEffect">
                                  <p:stCondLst>
                                    <p:cond delay="0"/>
                                  </p:stCondLst>
                                  <p:childTnLst>
                                    <p:animMotion origin="layout" path="M 0.0 -4.44444E-6 L 0.13333 -0.35555 " pathEditMode="relative" rAng="0" ptsTypes="AA">
                                      <p:cBhvr>
                                        <p:cTn id="154" dur="2000" fill="hold"/>
                                        <p:tgtEl>
                                          <p:spTgt spid="137497"/>
                                        </p:tgtEl>
                                        <p:attrNameLst>
                                          <p:attrName>ppt_x</p:attrName>
                                          <p:attrName>ppt_y</p:attrName>
                                        </p:attrNameLst>
                                      </p:cBhvr>
                                      <p:rCtr x="6667" y="-17778"/>
                                    </p:animMotion>
                                  </p:childTnLst>
                                </p:cTn>
                              </p:par>
                              <p:par>
                                <p:cTn id="155" presetID="0" presetClass="path" presetSubtype="0" repeatCount="indefinite" accel="50000" decel="50000" fill="hold" grpId="0" nodeType="withEffect">
                                  <p:stCondLst>
                                    <p:cond delay="0"/>
                                  </p:stCondLst>
                                  <p:childTnLst>
                                    <p:animMotion origin="layout" path="M 0.0 1.11111E-6 L 0.13333 -0.35556 " pathEditMode="relative" rAng="0" ptsTypes="AA">
                                      <p:cBhvr>
                                        <p:cTn id="156" dur="2000" fill="hold"/>
                                        <p:tgtEl>
                                          <p:spTgt spid="137493"/>
                                        </p:tgtEl>
                                        <p:attrNameLst>
                                          <p:attrName>ppt_x</p:attrName>
                                          <p:attrName>ppt_y</p:attrName>
                                        </p:attrNameLst>
                                      </p:cBhvr>
                                      <p:rCtr x="6667" y="-17778"/>
                                    </p:animMotion>
                                  </p:childTnLst>
                                </p:cTn>
                              </p:par>
                              <p:par>
                                <p:cTn id="157" presetID="0" presetClass="path" presetSubtype="0" repeatCount="indefinite" accel="50000" decel="50000" fill="hold" grpId="0" nodeType="withEffect">
                                  <p:stCondLst>
                                    <p:cond delay="0"/>
                                  </p:stCondLst>
                                  <p:childTnLst>
                                    <p:animMotion origin="layout" path="M 0.0 -3.33333E-6 L 0.13333 -0.35555 " pathEditMode="relative" ptsTypes="AA">
                                      <p:cBhvr>
                                        <p:cTn id="158" dur="2000" fill="hold"/>
                                        <p:tgtEl>
                                          <p:spTgt spid="137489"/>
                                        </p:tgtEl>
                                        <p:attrNameLst>
                                          <p:attrName>ppt_x</p:attrName>
                                          <p:attrName>ppt_y</p:attrName>
                                        </p:attrNameLst>
                                      </p:cBhvr>
                                    </p:animMotion>
                                  </p:childTnLst>
                                </p:cTn>
                              </p:par>
                              <p:par>
                                <p:cTn id="159" presetID="0" presetClass="path" presetSubtype="0" repeatCount="indefinite" accel="50000" decel="50000" fill="hold" grpId="0" nodeType="withEffect">
                                  <p:stCondLst>
                                    <p:cond delay="0"/>
                                  </p:stCondLst>
                                  <p:childTnLst>
                                    <p:animMotion origin="layout" path="M 0.0 2.22222E-6 L 0.13333 -0.35556 " pathEditMode="relative" rAng="0" ptsTypes="AA">
                                      <p:cBhvr>
                                        <p:cTn id="160" dur="2000" fill="hold"/>
                                        <p:tgtEl>
                                          <p:spTgt spid="137485"/>
                                        </p:tgtEl>
                                        <p:attrNameLst>
                                          <p:attrName>ppt_x</p:attrName>
                                          <p:attrName>ppt_y</p:attrName>
                                        </p:attrNameLst>
                                      </p:cBhvr>
                                      <p:rCtr x="6667" y="-17778"/>
                                    </p:animMotion>
                                  </p:childTnLst>
                                </p:cTn>
                              </p:par>
                              <p:par>
                                <p:cTn id="161" presetID="0" presetClass="path" presetSubtype="0" repeatCount="indefinite" accel="50000" decel="50000" fill="hold" grpId="0" nodeType="withEffect">
                                  <p:stCondLst>
                                    <p:cond delay="0"/>
                                  </p:stCondLst>
                                  <p:childTnLst>
                                    <p:animMotion origin="layout" path="M 0.0 -2.22222E-6 L 0.13333 -0.35555 " pathEditMode="relative" rAng="0" ptsTypes="AA">
                                      <p:cBhvr>
                                        <p:cTn id="162" dur="2000" fill="hold"/>
                                        <p:tgtEl>
                                          <p:spTgt spid="137481"/>
                                        </p:tgtEl>
                                        <p:attrNameLst>
                                          <p:attrName>ppt_x</p:attrName>
                                          <p:attrName>ppt_y</p:attrName>
                                        </p:attrNameLst>
                                      </p:cBhvr>
                                      <p:rCtr x="6667" y="-17778"/>
                                    </p:animMotion>
                                  </p:childTnLst>
                                </p:cTn>
                              </p:par>
                              <p:par>
                                <p:cTn id="163" presetID="0" presetClass="path" presetSubtype="0" repeatCount="indefinite" accel="50000" decel="50000" fill="hold" grpId="0" nodeType="withEffect">
                                  <p:stCondLst>
                                    <p:cond delay="0"/>
                                  </p:stCondLst>
                                  <p:childTnLst>
                                    <p:animMotion origin="layout" path="M 0.0 3.33333E-6 L 0.13333 -0.35556 " pathEditMode="relative" rAng="0" ptsTypes="AA">
                                      <p:cBhvr>
                                        <p:cTn id="164" dur="2000" fill="hold"/>
                                        <p:tgtEl>
                                          <p:spTgt spid="137477"/>
                                        </p:tgtEl>
                                        <p:attrNameLst>
                                          <p:attrName>ppt_x</p:attrName>
                                          <p:attrName>ppt_y</p:attrName>
                                        </p:attrNameLst>
                                      </p:cBhvr>
                                      <p:rCtr x="6667" y="-17778"/>
                                    </p:animMotion>
                                  </p:childTnLst>
                                </p:cTn>
                              </p:par>
                              <p:par>
                                <p:cTn id="165" presetID="0" presetClass="path" presetSubtype="0" repeatCount="indefinite" accel="50000" decel="50000" fill="hold" grpId="0" nodeType="withEffect">
                                  <p:stCondLst>
                                    <p:cond delay="0"/>
                                  </p:stCondLst>
                                  <p:childTnLst>
                                    <p:animMotion origin="layout" path="M 0.0 0.0 L 0.39167 0.0 " pathEditMode="relative" ptsTypes="AA">
                                      <p:cBhvr>
                                        <p:cTn id="166" dur="2000" fill="hold"/>
                                        <p:tgtEl>
                                          <p:spTgt spid="137506"/>
                                        </p:tgtEl>
                                        <p:attrNameLst>
                                          <p:attrName>ppt_x</p:attrName>
                                          <p:attrName>ppt_y</p:attrName>
                                        </p:attrNameLst>
                                      </p:cBhvr>
                                    </p:animMotion>
                                  </p:childTnLst>
                                </p:cTn>
                              </p:par>
                              <p:par>
                                <p:cTn id="167" presetID="0" presetClass="path" presetSubtype="0" repeatCount="indefinite" accel="50000" decel="50000" fill="hold" grpId="0" nodeType="withEffect">
                                  <p:stCondLst>
                                    <p:cond delay="0"/>
                                  </p:stCondLst>
                                  <p:childTnLst>
                                    <p:animMotion origin="layout" path="M 0.0 0.0 L 0.39167 0.0 " pathEditMode="relative" ptsTypes="AA">
                                      <p:cBhvr>
                                        <p:cTn id="168" dur="2000" fill="hold"/>
                                        <p:tgtEl>
                                          <p:spTgt spid="137502"/>
                                        </p:tgtEl>
                                        <p:attrNameLst>
                                          <p:attrName>ppt_x</p:attrName>
                                          <p:attrName>ppt_y</p:attrName>
                                        </p:attrNameLst>
                                      </p:cBhvr>
                                    </p:animMotion>
                                  </p:childTnLst>
                                </p:cTn>
                              </p:par>
                              <p:par>
                                <p:cTn id="169" presetID="0" presetClass="path" presetSubtype="0" repeatCount="indefinite" accel="50000" decel="50000" fill="hold" grpId="0" nodeType="withEffect">
                                  <p:stCondLst>
                                    <p:cond delay="0"/>
                                  </p:stCondLst>
                                  <p:childTnLst>
                                    <p:animMotion origin="layout" path="M 0.0 0.0 L 0.39167 0.0 " pathEditMode="relative" ptsTypes="AA">
                                      <p:cBhvr>
                                        <p:cTn id="170" dur="2000" fill="hold"/>
                                        <p:tgtEl>
                                          <p:spTgt spid="137498"/>
                                        </p:tgtEl>
                                        <p:attrNameLst>
                                          <p:attrName>ppt_x</p:attrName>
                                          <p:attrName>ppt_y</p:attrName>
                                        </p:attrNameLst>
                                      </p:cBhvr>
                                    </p:animMotion>
                                  </p:childTnLst>
                                </p:cTn>
                              </p:par>
                              <p:par>
                                <p:cTn id="171" presetID="0" presetClass="path" presetSubtype="0" repeatCount="indefinite" accel="50000" decel="50000" fill="hold" grpId="0" nodeType="withEffect">
                                  <p:stCondLst>
                                    <p:cond delay="0"/>
                                  </p:stCondLst>
                                  <p:childTnLst>
                                    <p:animMotion origin="layout" path="M 0.0 0.0 L 0.39167 0.0 " pathEditMode="relative" ptsTypes="AA">
                                      <p:cBhvr>
                                        <p:cTn id="172" dur="2000" fill="hold"/>
                                        <p:tgtEl>
                                          <p:spTgt spid="137494"/>
                                        </p:tgtEl>
                                        <p:attrNameLst>
                                          <p:attrName>ppt_x</p:attrName>
                                          <p:attrName>ppt_y</p:attrName>
                                        </p:attrNameLst>
                                      </p:cBhvr>
                                    </p:animMotion>
                                  </p:childTnLst>
                                </p:cTn>
                              </p:par>
                              <p:par>
                                <p:cTn id="173" presetID="0" presetClass="path" presetSubtype="0" repeatCount="indefinite" accel="50000" decel="50000" fill="hold" grpId="0" nodeType="withEffect">
                                  <p:stCondLst>
                                    <p:cond delay="0"/>
                                  </p:stCondLst>
                                  <p:childTnLst>
                                    <p:animMotion origin="layout" path="M 0.0 0.0 L 0.39167 0.0 " pathEditMode="relative" ptsTypes="AA">
                                      <p:cBhvr>
                                        <p:cTn id="174" dur="2000" fill="hold"/>
                                        <p:tgtEl>
                                          <p:spTgt spid="137490"/>
                                        </p:tgtEl>
                                        <p:attrNameLst>
                                          <p:attrName>ppt_x</p:attrName>
                                          <p:attrName>ppt_y</p:attrName>
                                        </p:attrNameLst>
                                      </p:cBhvr>
                                    </p:animMotion>
                                  </p:childTnLst>
                                </p:cTn>
                              </p:par>
                              <p:par>
                                <p:cTn id="175" presetID="0" presetClass="path" presetSubtype="0" repeatCount="indefinite" accel="50000" decel="50000" fill="hold" grpId="0" nodeType="withEffect">
                                  <p:stCondLst>
                                    <p:cond delay="0"/>
                                  </p:stCondLst>
                                  <p:childTnLst>
                                    <p:animMotion origin="layout" path="M 0.0 0.0 L 0.39167 0.0 " pathEditMode="relative" ptsTypes="AA">
                                      <p:cBhvr>
                                        <p:cTn id="176" dur="2000" fill="hold"/>
                                        <p:tgtEl>
                                          <p:spTgt spid="137486"/>
                                        </p:tgtEl>
                                        <p:attrNameLst>
                                          <p:attrName>ppt_x</p:attrName>
                                          <p:attrName>ppt_y</p:attrName>
                                        </p:attrNameLst>
                                      </p:cBhvr>
                                    </p:animMotion>
                                  </p:childTnLst>
                                </p:cTn>
                              </p:par>
                              <p:par>
                                <p:cTn id="177" presetID="0" presetClass="path" presetSubtype="0" repeatCount="indefinite" accel="50000" decel="50000" fill="hold" grpId="0" nodeType="withEffect">
                                  <p:stCondLst>
                                    <p:cond delay="0"/>
                                  </p:stCondLst>
                                  <p:childTnLst>
                                    <p:animMotion origin="layout" path="M 0.0 0.0 L 0.39167 0.0 " pathEditMode="relative" ptsTypes="AA">
                                      <p:cBhvr>
                                        <p:cTn id="178" dur="2000" fill="hold"/>
                                        <p:tgtEl>
                                          <p:spTgt spid="137482"/>
                                        </p:tgtEl>
                                        <p:attrNameLst>
                                          <p:attrName>ppt_x</p:attrName>
                                          <p:attrName>ppt_y</p:attrName>
                                        </p:attrNameLst>
                                      </p:cBhvr>
                                    </p:animMotion>
                                  </p:childTnLst>
                                </p:cTn>
                              </p:par>
                              <p:par>
                                <p:cTn id="179" presetID="0" presetClass="path" presetSubtype="0" repeatCount="indefinite" accel="50000" decel="50000" fill="hold" grpId="0" nodeType="withEffect">
                                  <p:stCondLst>
                                    <p:cond delay="0"/>
                                  </p:stCondLst>
                                  <p:childTnLst>
                                    <p:animMotion origin="layout" path="M 0.0 0.0 L 0.39167 0.0 " pathEditMode="relative" ptsTypes="AA">
                                      <p:cBhvr>
                                        <p:cTn id="180" dur="2000" fill="hold"/>
                                        <p:tgtEl>
                                          <p:spTgt spid="137478"/>
                                        </p:tgtEl>
                                        <p:attrNameLst>
                                          <p:attrName>ppt_x</p:attrName>
                                          <p:attrName>ppt_y</p:attrName>
                                        </p:attrNameLst>
                                      </p:cBhvr>
                                    </p:animMotion>
                                  </p:childTnLst>
                                </p:cTn>
                              </p:par>
                              <p:par>
                                <p:cTn id="181" presetID="0" presetClass="path" presetSubtype="0" repeatCount="indefinite" accel="50000" decel="50000" fill="hold" grpId="0" nodeType="withEffect">
                                  <p:stCondLst>
                                    <p:cond delay="0"/>
                                  </p:stCondLst>
                                  <p:childTnLst>
                                    <p:animMotion origin="layout" path="M 0.0 0.0 L 0.39167 0.0 " pathEditMode="relative" ptsTypes="AA">
                                      <p:cBhvr>
                                        <p:cTn id="182" dur="2000" fill="hold"/>
                                        <p:tgtEl>
                                          <p:spTgt spid="137474"/>
                                        </p:tgtEl>
                                        <p:attrNameLst>
                                          <p:attrName>ppt_x</p:attrName>
                                          <p:attrName>ppt_y</p:attrName>
                                        </p:attrNameLst>
                                      </p:cBhvr>
                                    </p:animMotion>
                                  </p:childTnLst>
                                </p:cTn>
                              </p:par>
                              <p:par>
                                <p:cTn id="183" presetID="0" presetClass="path" presetSubtype="0" repeatCount="indefinite" accel="50000" decel="50000" fill="hold" grpId="0" nodeType="withEffect">
                                  <p:stCondLst>
                                    <p:cond delay="0"/>
                                  </p:stCondLst>
                                  <p:childTnLst>
                                    <p:animMotion origin="layout" path="M 0.0 0.0 L 0.39167 0.0 " pathEditMode="relative" ptsTypes="AA">
                                      <p:cBhvr>
                                        <p:cTn id="184" dur="2000" fill="hold"/>
                                        <p:tgtEl>
                                          <p:spTgt spid="137470"/>
                                        </p:tgtEl>
                                        <p:attrNameLst>
                                          <p:attrName>ppt_x</p:attrName>
                                          <p:attrName>ppt_y</p:attrName>
                                        </p:attrNameLst>
                                      </p:cBhvr>
                                    </p:animMotion>
                                  </p:childTnLst>
                                </p:cTn>
                              </p:par>
                              <p:par>
                                <p:cTn id="185" presetID="0" presetClass="path" presetSubtype="0" repeatCount="indefinite" accel="50000" decel="50000" fill="hold" grpId="0" nodeType="withEffect">
                                  <p:stCondLst>
                                    <p:cond delay="0"/>
                                  </p:stCondLst>
                                  <p:childTnLst>
                                    <p:animMotion origin="layout" path="M 0.0 0.0 L 0.39167 0.0 " pathEditMode="relative" ptsTypes="AA">
                                      <p:cBhvr>
                                        <p:cTn id="186" dur="2000" fill="hold"/>
                                        <p:tgtEl>
                                          <p:spTgt spid="137466"/>
                                        </p:tgtEl>
                                        <p:attrNameLst>
                                          <p:attrName>ppt_x</p:attrName>
                                          <p:attrName>ppt_y</p:attrName>
                                        </p:attrNameLst>
                                      </p:cBhvr>
                                    </p:animMotion>
                                  </p:childTnLst>
                                </p:cTn>
                              </p:par>
                              <p:par>
                                <p:cTn id="187" presetID="0" presetClass="path" presetSubtype="0" repeatCount="indefinite" accel="50000" decel="50000" fill="hold" grpId="0" nodeType="withEffect">
                                  <p:stCondLst>
                                    <p:cond delay="0"/>
                                  </p:stCondLst>
                                  <p:childTnLst>
                                    <p:animMotion origin="layout" path="M 0.0 0.0 L 0.39167 0.0 " pathEditMode="relative" ptsTypes="AA">
                                      <p:cBhvr>
                                        <p:cTn id="188" dur="2000" fill="hold"/>
                                        <p:tgtEl>
                                          <p:spTgt spid="137462"/>
                                        </p:tgtEl>
                                        <p:attrNameLst>
                                          <p:attrName>ppt_x</p:attrName>
                                          <p:attrName>ppt_y</p:attrName>
                                        </p:attrNameLst>
                                      </p:cBhvr>
                                    </p:animMotion>
                                  </p:childTnLst>
                                </p:cTn>
                              </p:par>
                              <p:par>
                                <p:cTn id="189" presetID="0" presetClass="path" presetSubtype="0" repeatCount="indefinite" accel="50000" decel="50000" fill="hold" grpId="0" nodeType="withEffect">
                                  <p:stCondLst>
                                    <p:cond delay="0"/>
                                  </p:stCondLst>
                                  <p:childTnLst>
                                    <p:animMotion origin="layout" path="M 0.0 0.0 L 0.39167 0.0 " pathEditMode="relative" ptsTypes="AA">
                                      <p:cBhvr>
                                        <p:cTn id="190" dur="2000" fill="hold"/>
                                        <p:tgtEl>
                                          <p:spTgt spid="137458"/>
                                        </p:tgtEl>
                                        <p:attrNameLst>
                                          <p:attrName>ppt_x</p:attrName>
                                          <p:attrName>ppt_y</p:attrName>
                                        </p:attrNameLst>
                                      </p:cBhvr>
                                    </p:animMotion>
                                  </p:childTnLst>
                                </p:cTn>
                              </p:par>
                              <p:par>
                                <p:cTn id="191" presetID="0" presetClass="path" presetSubtype="0" repeatCount="indefinite" accel="50000" decel="50000" fill="hold" grpId="0" nodeType="withEffect">
                                  <p:stCondLst>
                                    <p:cond delay="0"/>
                                  </p:stCondLst>
                                  <p:childTnLst>
                                    <p:animMotion origin="layout" path="M 0.0 0.0 L 0.39167 0.0 " pathEditMode="relative" ptsTypes="AA">
                                      <p:cBhvr>
                                        <p:cTn id="192" dur="2000" fill="hold"/>
                                        <p:tgtEl>
                                          <p:spTgt spid="137454"/>
                                        </p:tgtEl>
                                        <p:attrNameLst>
                                          <p:attrName>ppt_x</p:attrName>
                                          <p:attrName>ppt_y</p:attrName>
                                        </p:attrNameLst>
                                      </p:cBhvr>
                                    </p:animMotion>
                                  </p:childTnLst>
                                </p:cTn>
                              </p:par>
                              <p:par>
                                <p:cTn id="193" presetID="0" presetClass="path" presetSubtype="0" repeatCount="indefinite" accel="50000" decel="50000" fill="hold" grpId="0" nodeType="withEffect">
                                  <p:stCondLst>
                                    <p:cond delay="0"/>
                                  </p:stCondLst>
                                  <p:childTnLst>
                                    <p:animMotion origin="layout" path="M 0.0 0.0 L 0.39167 0.0 " pathEditMode="relative" ptsTypes="AA">
                                      <p:cBhvr>
                                        <p:cTn id="194" dur="2000" fill="hold"/>
                                        <p:tgtEl>
                                          <p:spTgt spid="137450"/>
                                        </p:tgtEl>
                                        <p:attrNameLst>
                                          <p:attrName>ppt_x</p:attrName>
                                          <p:attrName>ppt_y</p:attrName>
                                        </p:attrNameLst>
                                      </p:cBhvr>
                                    </p:animMotion>
                                  </p:childTnLst>
                                </p:cTn>
                              </p:par>
                              <p:par>
                                <p:cTn id="195" presetID="0" presetClass="path" presetSubtype="0" repeatCount="indefinite" accel="50000" decel="50000" fill="hold" grpId="0" nodeType="withEffect">
                                  <p:stCondLst>
                                    <p:cond delay="0"/>
                                  </p:stCondLst>
                                  <p:childTnLst>
                                    <p:animMotion origin="layout" path="M 0.0 0.0 L 0.39167 0.0 " pathEditMode="relative" ptsTypes="AA">
                                      <p:cBhvr>
                                        <p:cTn id="196" dur="2000" fill="hold"/>
                                        <p:tgtEl>
                                          <p:spTgt spid="13744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27" grpId="0" animBg="1"/>
      <p:bldP spid="137428" grpId="0" animBg="1"/>
      <p:bldP spid="137429" grpId="0" animBg="1"/>
      <p:bldP spid="137430" grpId="0" animBg="1"/>
      <p:bldP spid="137431" grpId="0" animBg="1"/>
      <p:bldP spid="137432" grpId="0" animBg="1"/>
      <p:bldP spid="137433" grpId="0" animBg="1"/>
      <p:bldP spid="137434" grpId="0" animBg="1"/>
      <p:bldP spid="137435" grpId="0" animBg="1"/>
      <p:bldP spid="137436" grpId="0" animBg="1"/>
      <p:bldP spid="137437" grpId="0" animBg="1"/>
      <p:bldP spid="137438" grpId="0" animBg="1"/>
      <p:bldP spid="137439" grpId="0" animBg="1"/>
      <p:bldP spid="137440" grpId="0" animBg="1"/>
      <p:bldP spid="137441" grpId="0" animBg="1"/>
      <p:bldP spid="137442" grpId="0" animBg="1"/>
      <p:bldP spid="137443" grpId="0" animBg="1"/>
      <p:bldP spid="137444" grpId="0" animBg="1"/>
      <p:bldP spid="137445" grpId="0" animBg="1"/>
      <p:bldP spid="137446" grpId="0" animBg="1"/>
      <p:bldP spid="137447" grpId="0" animBg="1"/>
      <p:bldP spid="137448" grpId="0" animBg="1"/>
      <p:bldP spid="137449" grpId="0" animBg="1"/>
      <p:bldP spid="137450" grpId="0" animBg="1"/>
      <p:bldP spid="137451" grpId="0" animBg="1"/>
      <p:bldP spid="137452" grpId="0" animBg="1"/>
      <p:bldP spid="137453" grpId="0" animBg="1"/>
      <p:bldP spid="137454" grpId="0" animBg="1"/>
      <p:bldP spid="137455" grpId="0" animBg="1"/>
      <p:bldP spid="137456" grpId="0" animBg="1"/>
      <p:bldP spid="137457" grpId="0" animBg="1"/>
      <p:bldP spid="137458" grpId="0" animBg="1"/>
      <p:bldP spid="137459" grpId="0" animBg="1"/>
      <p:bldP spid="137460" grpId="0" animBg="1"/>
      <p:bldP spid="137461" grpId="0" animBg="1"/>
      <p:bldP spid="137462" grpId="0" animBg="1"/>
      <p:bldP spid="137463" grpId="0" animBg="1"/>
      <p:bldP spid="137464" grpId="0" animBg="1"/>
      <p:bldP spid="137465" grpId="0" animBg="1"/>
      <p:bldP spid="137466" grpId="0" animBg="1"/>
      <p:bldP spid="137467" grpId="0" animBg="1"/>
      <p:bldP spid="137468" grpId="0" animBg="1"/>
      <p:bldP spid="137469" grpId="0" animBg="1"/>
      <p:bldP spid="137470" grpId="0" animBg="1"/>
      <p:bldP spid="137471" grpId="0" animBg="1"/>
      <p:bldP spid="137472" grpId="0" animBg="1"/>
      <p:bldP spid="137473" grpId="0" animBg="1"/>
      <p:bldP spid="137474" grpId="0" animBg="1"/>
      <p:bldP spid="137475" grpId="0" animBg="1"/>
      <p:bldP spid="137476" grpId="0" animBg="1"/>
      <p:bldP spid="137477" grpId="0" animBg="1"/>
      <p:bldP spid="137478" grpId="0" animBg="1"/>
      <p:bldP spid="137479" grpId="0" animBg="1"/>
      <p:bldP spid="137480" grpId="0" animBg="1"/>
      <p:bldP spid="137481" grpId="0" animBg="1"/>
      <p:bldP spid="137482" grpId="0" animBg="1"/>
      <p:bldP spid="137483" grpId="0" animBg="1"/>
      <p:bldP spid="137484" grpId="0" animBg="1"/>
      <p:bldP spid="137485" grpId="0" animBg="1"/>
      <p:bldP spid="137486" grpId="0" animBg="1"/>
      <p:bldP spid="137487" grpId="0" animBg="1"/>
      <p:bldP spid="137488" grpId="0" animBg="1"/>
      <p:bldP spid="137489" grpId="0" animBg="1"/>
      <p:bldP spid="137490" grpId="0" animBg="1"/>
      <p:bldP spid="137491" grpId="0" animBg="1"/>
      <p:bldP spid="137492" grpId="0" animBg="1"/>
      <p:bldP spid="137493" grpId="0" animBg="1"/>
      <p:bldP spid="137494" grpId="0" animBg="1"/>
      <p:bldP spid="137495" grpId="0" animBg="1"/>
      <p:bldP spid="137496" grpId="0" animBg="1"/>
      <p:bldP spid="137497" grpId="0" animBg="1"/>
      <p:bldP spid="137498" grpId="0" animBg="1"/>
      <p:bldP spid="137499" grpId="0" animBg="1"/>
      <p:bldP spid="137500" grpId="0" animBg="1"/>
      <p:bldP spid="137501" grpId="0" animBg="1"/>
      <p:bldP spid="137502" grpId="0" animBg="1"/>
      <p:bldP spid="137503" grpId="0" animBg="1"/>
      <p:bldP spid="137504" grpId="0" animBg="1"/>
      <p:bldP spid="137505" grpId="0" animBg="1"/>
      <p:bldP spid="137506" grpId="0" animBg="1"/>
      <p:bldP spid="137507" grpId="0" animBg="1"/>
      <p:bldP spid="137508" grpId="0" animBg="1"/>
      <p:bldP spid="137509" grpId="0" animBg="1"/>
      <p:bldP spid="137510" grpId="0" animBg="1"/>
      <p:bldP spid="137511" grpId="0" animBg="1"/>
      <p:bldP spid="137512" grpId="0" animBg="1"/>
      <p:bldP spid="137513" grpId="0" animBg="1"/>
      <p:bldP spid="137514" grpId="0" animBg="1"/>
      <p:bldP spid="137515" grpId="0" animBg="1"/>
      <p:bldP spid="137516" grpId="0" animBg="1"/>
      <p:bldP spid="137517" grpId="0" animBg="1"/>
      <p:bldP spid="137518" grpId="0" animBg="1"/>
      <p:bldP spid="137519" grpId="0" animBg="1"/>
      <p:bldP spid="137520" grpId="0" animBg="1"/>
      <p:bldP spid="137521" grpId="0" animBg="1"/>
      <p:bldP spid="1375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DE602AA-8B51-D462-D7F9-401197E2CC83}"/>
              </a:ext>
            </a:extLst>
          </p:cNvPr>
          <p:cNvSpPr>
            <a:spLocks noGrp="1"/>
          </p:cNvSpPr>
          <p:nvPr>
            <p:ph type="sldNum" sz="quarter" idx="12"/>
          </p:nvPr>
        </p:nvSpPr>
        <p:spPr/>
        <p:txBody>
          <a:bodyPr/>
          <a:lstStyle/>
          <a:p>
            <a:fld id="{05821F49-CCF4-584D-B7E2-3D9C9E24A885}" type="slidenum">
              <a:rPr lang="en-US" altLang="en-US"/>
              <a:pPr/>
              <a:t>25</a:t>
            </a:fld>
            <a:endParaRPr lang="en-US" altLang="en-US"/>
          </a:p>
        </p:txBody>
      </p:sp>
      <p:sp>
        <p:nvSpPr>
          <p:cNvPr id="39938" name="Rectangle 2">
            <a:extLst>
              <a:ext uri="{FF2B5EF4-FFF2-40B4-BE49-F238E27FC236}">
                <a16:creationId xmlns:a16="http://schemas.microsoft.com/office/drawing/2014/main" id="{A7FC6EAE-A8A5-B8E2-7131-F4FC034A50C8}"/>
              </a:ext>
            </a:extLst>
          </p:cNvPr>
          <p:cNvSpPr>
            <a:spLocks noGrp="1" noChangeArrowheads="1"/>
          </p:cNvSpPr>
          <p:nvPr>
            <p:ph type="title"/>
          </p:nvPr>
        </p:nvSpPr>
        <p:spPr/>
        <p:txBody>
          <a:bodyPr/>
          <a:lstStyle/>
          <a:p>
            <a:r>
              <a:rPr lang="en-US" altLang="en-US"/>
              <a:t>Mommy, my eyes are burning!</a:t>
            </a:r>
          </a:p>
        </p:txBody>
      </p:sp>
      <p:sp>
        <p:nvSpPr>
          <p:cNvPr id="39939" name="Rectangle 3">
            <a:extLst>
              <a:ext uri="{FF2B5EF4-FFF2-40B4-BE49-F238E27FC236}">
                <a16:creationId xmlns:a16="http://schemas.microsoft.com/office/drawing/2014/main" id="{C566ECE2-425D-ACAC-3315-0532FC61857C}"/>
              </a:ext>
            </a:extLst>
          </p:cNvPr>
          <p:cNvSpPr>
            <a:spLocks noGrp="1" noChangeArrowheads="1"/>
          </p:cNvSpPr>
          <p:nvPr>
            <p:ph type="body" idx="1"/>
          </p:nvPr>
        </p:nvSpPr>
        <p:spPr/>
        <p:txBody>
          <a:bodyPr/>
          <a:lstStyle/>
          <a:p>
            <a:r>
              <a:rPr lang="en-US" altLang="en-US"/>
              <a:t>Can you look at this for 45 minutes?</a:t>
            </a:r>
          </a:p>
          <a:p>
            <a:r>
              <a:rPr lang="en-US" altLang="en-US">
                <a:solidFill>
                  <a:srgbClr val="FF00F9"/>
                </a:solidFill>
              </a:rPr>
              <a:t>Colors look different on every LCD projector</a:t>
            </a:r>
            <a:endParaRPr lang="en-US" altLang="en-US"/>
          </a:p>
          <a:p>
            <a:r>
              <a:rPr lang="en-US" altLang="en-US"/>
              <a:t>Colors look different between transparencies and projector</a:t>
            </a:r>
          </a:p>
          <a:p>
            <a:endParaRPr lang="en-US" altLang="en-US"/>
          </a:p>
          <a:p>
            <a:r>
              <a:rPr lang="en-US" altLang="en-US">
                <a:solidFill>
                  <a:srgbClr val="FFFFFF"/>
                </a:solidFill>
              </a:rPr>
              <a:t>Side note: if printing slides, may want to choose white background to save ink!</a:t>
            </a:r>
          </a:p>
        </p:txBody>
      </p:sp>
    </p:spTree>
  </p:cSld>
  <p:clrMapOvr>
    <a:overrideClrMapping bg1="dk2" tx1="lt1" bg2="dk1"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46594A8-7E4B-3827-7E28-0B63A849DE7D}"/>
              </a:ext>
            </a:extLst>
          </p:cNvPr>
          <p:cNvSpPr>
            <a:spLocks noGrp="1"/>
          </p:cNvSpPr>
          <p:nvPr>
            <p:ph type="sldNum" sz="quarter" idx="12"/>
          </p:nvPr>
        </p:nvSpPr>
        <p:spPr/>
        <p:txBody>
          <a:bodyPr/>
          <a:lstStyle/>
          <a:p>
            <a:fld id="{D247E209-4009-3041-8092-2207227B0DF4}" type="slidenum">
              <a:rPr lang="en-US" altLang="en-US"/>
              <a:pPr/>
              <a:t>26</a:t>
            </a:fld>
            <a:endParaRPr lang="en-US" altLang="en-US"/>
          </a:p>
        </p:txBody>
      </p:sp>
      <p:sp>
        <p:nvSpPr>
          <p:cNvPr id="90114" name="Rectangle 2">
            <a:extLst>
              <a:ext uri="{FF2B5EF4-FFF2-40B4-BE49-F238E27FC236}">
                <a16:creationId xmlns:a16="http://schemas.microsoft.com/office/drawing/2014/main" id="{54E79577-52BF-BBA8-5431-1C96117654D3}"/>
              </a:ext>
            </a:extLst>
          </p:cNvPr>
          <p:cNvSpPr>
            <a:spLocks noGrp="1" noChangeArrowheads="1"/>
          </p:cNvSpPr>
          <p:nvPr>
            <p:ph type="title"/>
          </p:nvPr>
        </p:nvSpPr>
        <p:spPr/>
        <p:txBody>
          <a:bodyPr/>
          <a:lstStyle/>
          <a:p>
            <a:r>
              <a:rPr lang="en-US" altLang="en-US"/>
              <a:t>I See A Ghost</a:t>
            </a:r>
          </a:p>
        </p:txBody>
      </p:sp>
      <p:sp>
        <p:nvSpPr>
          <p:cNvPr id="90115" name="Rectangle 3">
            <a:extLst>
              <a:ext uri="{FF2B5EF4-FFF2-40B4-BE49-F238E27FC236}">
                <a16:creationId xmlns:a16="http://schemas.microsoft.com/office/drawing/2014/main" id="{7C485D0D-73CD-CAF3-E478-9540EF27E846}"/>
              </a:ext>
            </a:extLst>
          </p:cNvPr>
          <p:cNvSpPr>
            <a:spLocks noGrp="1" noChangeArrowheads="1"/>
          </p:cNvSpPr>
          <p:nvPr>
            <p:ph type="body" idx="1"/>
          </p:nvPr>
        </p:nvSpPr>
        <p:spPr/>
        <p:txBody>
          <a:bodyPr/>
          <a:lstStyle/>
          <a:p>
            <a:r>
              <a:rPr lang="en-US" altLang="en-US"/>
              <a:t>More contrast on monitor than projector</a:t>
            </a:r>
          </a:p>
          <a:p>
            <a:r>
              <a:rPr lang="en-US" altLang="en-US"/>
              <a:t>Different projectors == different results</a:t>
            </a:r>
          </a:p>
          <a:p>
            <a:r>
              <a:rPr lang="en-US" altLang="en-US"/>
              <a:t>Colors to avoid with white are: </a:t>
            </a:r>
          </a:p>
          <a:p>
            <a:pPr lvl="1"/>
            <a:r>
              <a:rPr lang="en-US" altLang="en-US">
                <a:solidFill>
                  <a:srgbClr val="CCFFCC"/>
                </a:solidFill>
              </a:rPr>
              <a:t>Light Green</a:t>
            </a:r>
          </a:p>
          <a:p>
            <a:pPr lvl="1"/>
            <a:r>
              <a:rPr lang="en-US" altLang="en-US">
                <a:solidFill>
                  <a:srgbClr val="CCECFF"/>
                </a:solidFill>
              </a:rPr>
              <a:t>Light Blue</a:t>
            </a:r>
          </a:p>
          <a:p>
            <a:pPr lvl="1"/>
            <a:r>
              <a:rPr lang="en-US" altLang="en-US">
                <a:solidFill>
                  <a:srgbClr val="FFFF99"/>
                </a:solidFill>
              </a:rPr>
              <a:t>Pale Yellow</a:t>
            </a:r>
          </a:p>
          <a:p>
            <a:endParaRPr lang="en-US" altLang="en-US">
              <a:solidFill>
                <a:srgbClr val="FFFF99"/>
              </a:solidFill>
            </a:endParaRPr>
          </a:p>
          <a:p>
            <a:r>
              <a:rPr lang="en-US" altLang="en-US"/>
              <a:t>Your slides should have good contrast</a:t>
            </a:r>
          </a:p>
        </p:txBody>
      </p:sp>
      <p:sp>
        <p:nvSpPr>
          <p:cNvPr id="90116" name="Rectangle 4">
            <a:extLst>
              <a:ext uri="{FF2B5EF4-FFF2-40B4-BE49-F238E27FC236}">
                <a16:creationId xmlns:a16="http://schemas.microsoft.com/office/drawing/2014/main" id="{EFE12078-9FD2-D25F-4CC7-0B50F512A4EF}"/>
              </a:ext>
            </a:extLst>
          </p:cNvPr>
          <p:cNvSpPr>
            <a:spLocks noChangeArrowheads="1"/>
          </p:cNvSpPr>
          <p:nvPr/>
        </p:nvSpPr>
        <p:spPr bwMode="auto">
          <a:xfrm>
            <a:off x="4724400" y="3429000"/>
            <a:ext cx="3246438" cy="15240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en-US">
                <a:solidFill>
                  <a:schemeClr val="bg1"/>
                </a:solidFill>
              </a:rPr>
              <a:t>Usually can’t read this…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7798375-23F4-7AF0-B5C5-665070C8AB8D}"/>
              </a:ext>
            </a:extLst>
          </p:cNvPr>
          <p:cNvSpPr>
            <a:spLocks noGrp="1"/>
          </p:cNvSpPr>
          <p:nvPr>
            <p:ph type="sldNum" sz="quarter" idx="12"/>
          </p:nvPr>
        </p:nvSpPr>
        <p:spPr/>
        <p:txBody>
          <a:bodyPr/>
          <a:lstStyle/>
          <a:p>
            <a:fld id="{55B2933A-1B3B-304B-A095-81DF28CE9BF5}" type="slidenum">
              <a:rPr lang="en-US" altLang="en-US"/>
              <a:pPr/>
              <a:t>27</a:t>
            </a:fld>
            <a:endParaRPr lang="en-US" altLang="en-US"/>
          </a:p>
        </p:txBody>
      </p:sp>
      <p:sp>
        <p:nvSpPr>
          <p:cNvPr id="37890" name="Rectangle 2">
            <a:extLst>
              <a:ext uri="{FF2B5EF4-FFF2-40B4-BE49-F238E27FC236}">
                <a16:creationId xmlns:a16="http://schemas.microsoft.com/office/drawing/2014/main" id="{8B2889B0-A202-7E45-83BB-DA2E5B4BE140}"/>
              </a:ext>
            </a:extLst>
          </p:cNvPr>
          <p:cNvSpPr>
            <a:spLocks noGrp="1" noChangeArrowheads="1"/>
          </p:cNvSpPr>
          <p:nvPr>
            <p:ph type="title"/>
          </p:nvPr>
        </p:nvSpPr>
        <p:spPr/>
        <p:txBody>
          <a:bodyPr/>
          <a:lstStyle/>
          <a:p>
            <a:r>
              <a:rPr lang="en-US" altLang="en-US"/>
              <a:t>Equations</a:t>
            </a:r>
          </a:p>
        </p:txBody>
      </p:sp>
      <p:sp>
        <p:nvSpPr>
          <p:cNvPr id="37891" name="Rectangle 3">
            <a:extLst>
              <a:ext uri="{FF2B5EF4-FFF2-40B4-BE49-F238E27FC236}">
                <a16:creationId xmlns:a16="http://schemas.microsoft.com/office/drawing/2014/main" id="{969F97DB-38D3-A64D-EA65-5F9FCFDCACF3}"/>
              </a:ext>
            </a:extLst>
          </p:cNvPr>
          <p:cNvSpPr>
            <a:spLocks noGrp="1" noChangeArrowheads="1"/>
          </p:cNvSpPr>
          <p:nvPr>
            <p:ph type="body"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Ummm… okay…</a:t>
            </a:r>
          </a:p>
        </p:txBody>
      </p:sp>
      <p:pic>
        <p:nvPicPr>
          <p:cNvPr id="37903" name="Picture 15">
            <a:extLst>
              <a:ext uri="{FF2B5EF4-FFF2-40B4-BE49-F238E27FC236}">
                <a16:creationId xmlns:a16="http://schemas.microsoft.com/office/drawing/2014/main" id="{CCAA3884-DC85-D65D-8D0A-9669EF1A1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8305800" cy="40147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FF8225B-8A01-BE2A-3203-2E0A0EC45F00}"/>
              </a:ext>
            </a:extLst>
          </p:cNvPr>
          <p:cNvSpPr>
            <a:spLocks noGrp="1"/>
          </p:cNvSpPr>
          <p:nvPr>
            <p:ph type="sldNum" sz="quarter" idx="12"/>
          </p:nvPr>
        </p:nvSpPr>
        <p:spPr/>
        <p:txBody>
          <a:bodyPr/>
          <a:lstStyle/>
          <a:p>
            <a:fld id="{2D141303-AE52-2545-A20C-09F74C130EB1}" type="slidenum">
              <a:rPr lang="en-US" altLang="en-US"/>
              <a:pPr/>
              <a:t>28</a:t>
            </a:fld>
            <a:endParaRPr lang="en-US" altLang="en-US"/>
          </a:p>
        </p:txBody>
      </p:sp>
      <p:sp>
        <p:nvSpPr>
          <p:cNvPr id="52226" name="Rectangle 2">
            <a:extLst>
              <a:ext uri="{FF2B5EF4-FFF2-40B4-BE49-F238E27FC236}">
                <a16:creationId xmlns:a16="http://schemas.microsoft.com/office/drawing/2014/main" id="{3D6BC715-D5B0-FC6E-AEDC-9529A32945E1}"/>
              </a:ext>
            </a:extLst>
          </p:cNvPr>
          <p:cNvSpPr>
            <a:spLocks noGrp="1" noChangeArrowheads="1"/>
          </p:cNvSpPr>
          <p:nvPr>
            <p:ph type="title"/>
          </p:nvPr>
        </p:nvSpPr>
        <p:spPr/>
        <p:txBody>
          <a:bodyPr/>
          <a:lstStyle/>
          <a:p>
            <a:r>
              <a:rPr lang="en-US" altLang="en-US"/>
              <a:t>Use Simple Examples</a:t>
            </a:r>
          </a:p>
        </p:txBody>
      </p:sp>
      <p:sp>
        <p:nvSpPr>
          <p:cNvPr id="52307" name="Rectangle 83">
            <a:extLst>
              <a:ext uri="{FF2B5EF4-FFF2-40B4-BE49-F238E27FC236}">
                <a16:creationId xmlns:a16="http://schemas.microsoft.com/office/drawing/2014/main" id="{631500C0-6686-DDCF-DC58-BD0D18C72584}"/>
              </a:ext>
            </a:extLst>
          </p:cNvPr>
          <p:cNvSpPr>
            <a:spLocks noGrp="1" noChangeArrowheads="1"/>
          </p:cNvSpPr>
          <p:nvPr>
            <p:ph type="body" idx="1"/>
          </p:nvPr>
        </p:nvSpPr>
        <p:spPr/>
        <p:txBody>
          <a:bodyPr/>
          <a:lstStyle/>
          <a:p>
            <a:r>
              <a:rPr lang="en-US" altLang="en-US"/>
              <a:t>This isn’t one.  It doesn’t help.</a:t>
            </a:r>
          </a:p>
        </p:txBody>
      </p:sp>
      <p:sp>
        <p:nvSpPr>
          <p:cNvPr id="52308" name="Line 84">
            <a:extLst>
              <a:ext uri="{FF2B5EF4-FFF2-40B4-BE49-F238E27FC236}">
                <a16:creationId xmlns:a16="http://schemas.microsoft.com/office/drawing/2014/main" id="{E5AA6CCA-6199-8785-731E-78A2C151DC26}"/>
              </a:ext>
            </a:extLst>
          </p:cNvPr>
          <p:cNvSpPr>
            <a:spLocks noChangeShapeType="1"/>
          </p:cNvSpPr>
          <p:nvPr/>
        </p:nvSpPr>
        <p:spPr bwMode="auto">
          <a:xfrm flipV="1">
            <a:off x="1066800" y="51562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09" name="Line 85">
            <a:extLst>
              <a:ext uri="{FF2B5EF4-FFF2-40B4-BE49-F238E27FC236}">
                <a16:creationId xmlns:a16="http://schemas.microsoft.com/office/drawing/2014/main" id="{82CC6B78-568F-C2A9-A1F2-939B59012B98}"/>
              </a:ext>
            </a:extLst>
          </p:cNvPr>
          <p:cNvSpPr>
            <a:spLocks noChangeShapeType="1"/>
          </p:cNvSpPr>
          <p:nvPr/>
        </p:nvSpPr>
        <p:spPr bwMode="auto">
          <a:xfrm>
            <a:off x="1143000" y="56896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0" name="Line 86">
            <a:extLst>
              <a:ext uri="{FF2B5EF4-FFF2-40B4-BE49-F238E27FC236}">
                <a16:creationId xmlns:a16="http://schemas.microsoft.com/office/drawing/2014/main" id="{2DB05CC6-589B-7721-7BB6-B29C61A7B277}"/>
              </a:ext>
            </a:extLst>
          </p:cNvPr>
          <p:cNvSpPr>
            <a:spLocks noChangeShapeType="1"/>
          </p:cNvSpPr>
          <p:nvPr/>
        </p:nvSpPr>
        <p:spPr bwMode="auto">
          <a:xfrm flipH="1" flipV="1">
            <a:off x="762000" y="4927600"/>
            <a:ext cx="152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1" name="Line 87">
            <a:extLst>
              <a:ext uri="{FF2B5EF4-FFF2-40B4-BE49-F238E27FC236}">
                <a16:creationId xmlns:a16="http://schemas.microsoft.com/office/drawing/2014/main" id="{65B65754-B53B-4A68-E257-4D7D0F5807A3}"/>
              </a:ext>
            </a:extLst>
          </p:cNvPr>
          <p:cNvSpPr>
            <a:spLocks noChangeShapeType="1"/>
          </p:cNvSpPr>
          <p:nvPr/>
        </p:nvSpPr>
        <p:spPr bwMode="auto">
          <a:xfrm>
            <a:off x="609600" y="4394200"/>
            <a:ext cx="76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2" name="Line 88">
            <a:extLst>
              <a:ext uri="{FF2B5EF4-FFF2-40B4-BE49-F238E27FC236}">
                <a16:creationId xmlns:a16="http://schemas.microsoft.com/office/drawing/2014/main" id="{11D68BDC-575C-7421-449F-12772C351D36}"/>
              </a:ext>
            </a:extLst>
          </p:cNvPr>
          <p:cNvSpPr>
            <a:spLocks noChangeShapeType="1"/>
          </p:cNvSpPr>
          <p:nvPr/>
        </p:nvSpPr>
        <p:spPr bwMode="auto">
          <a:xfrm flipV="1">
            <a:off x="685800" y="40132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3" name="Line 89">
            <a:extLst>
              <a:ext uri="{FF2B5EF4-FFF2-40B4-BE49-F238E27FC236}">
                <a16:creationId xmlns:a16="http://schemas.microsoft.com/office/drawing/2014/main" id="{9C81A0E5-9FB8-13B2-9ED7-AFEE7D5754B2}"/>
              </a:ext>
            </a:extLst>
          </p:cNvPr>
          <p:cNvSpPr>
            <a:spLocks noChangeShapeType="1"/>
          </p:cNvSpPr>
          <p:nvPr/>
        </p:nvSpPr>
        <p:spPr bwMode="auto">
          <a:xfrm>
            <a:off x="838200" y="29464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4" name="Line 90">
            <a:extLst>
              <a:ext uri="{FF2B5EF4-FFF2-40B4-BE49-F238E27FC236}">
                <a16:creationId xmlns:a16="http://schemas.microsoft.com/office/drawing/2014/main" id="{AE6637BC-E6C5-6AD1-8FAB-C8E14F54CB4C}"/>
              </a:ext>
            </a:extLst>
          </p:cNvPr>
          <p:cNvSpPr>
            <a:spLocks noChangeShapeType="1"/>
          </p:cNvSpPr>
          <p:nvPr/>
        </p:nvSpPr>
        <p:spPr bwMode="auto">
          <a:xfrm flipH="1">
            <a:off x="1066800" y="3403600"/>
            <a:ext cx="76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6" name="Line 92">
            <a:extLst>
              <a:ext uri="{FF2B5EF4-FFF2-40B4-BE49-F238E27FC236}">
                <a16:creationId xmlns:a16="http://schemas.microsoft.com/office/drawing/2014/main" id="{97E34F27-BB01-4D53-2851-2A114DCA9159}"/>
              </a:ext>
            </a:extLst>
          </p:cNvPr>
          <p:cNvSpPr>
            <a:spLocks noChangeShapeType="1"/>
          </p:cNvSpPr>
          <p:nvPr/>
        </p:nvSpPr>
        <p:spPr bwMode="auto">
          <a:xfrm>
            <a:off x="685800" y="48514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7" name="Line 93">
            <a:extLst>
              <a:ext uri="{FF2B5EF4-FFF2-40B4-BE49-F238E27FC236}">
                <a16:creationId xmlns:a16="http://schemas.microsoft.com/office/drawing/2014/main" id="{4FAD0F76-9399-A25F-2080-CE417BD0827B}"/>
              </a:ext>
            </a:extLst>
          </p:cNvPr>
          <p:cNvSpPr>
            <a:spLocks noChangeShapeType="1"/>
          </p:cNvSpPr>
          <p:nvPr/>
        </p:nvSpPr>
        <p:spPr bwMode="auto">
          <a:xfrm flipV="1">
            <a:off x="685800" y="4165600"/>
            <a:ext cx="762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8" name="Line 94">
            <a:extLst>
              <a:ext uri="{FF2B5EF4-FFF2-40B4-BE49-F238E27FC236}">
                <a16:creationId xmlns:a16="http://schemas.microsoft.com/office/drawing/2014/main" id="{7B6CE7A3-5ED4-F7D5-D81D-F352B49470FF}"/>
              </a:ext>
            </a:extLst>
          </p:cNvPr>
          <p:cNvSpPr>
            <a:spLocks noChangeShapeType="1"/>
          </p:cNvSpPr>
          <p:nvPr/>
        </p:nvSpPr>
        <p:spPr bwMode="auto">
          <a:xfrm>
            <a:off x="990600" y="3937000"/>
            <a:ext cx="3810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9" name="Line 95">
            <a:extLst>
              <a:ext uri="{FF2B5EF4-FFF2-40B4-BE49-F238E27FC236}">
                <a16:creationId xmlns:a16="http://schemas.microsoft.com/office/drawing/2014/main" id="{62087E0C-8723-5BFF-7F6E-D0076E0922AC}"/>
              </a:ext>
            </a:extLst>
          </p:cNvPr>
          <p:cNvSpPr>
            <a:spLocks noChangeShapeType="1"/>
          </p:cNvSpPr>
          <p:nvPr/>
        </p:nvSpPr>
        <p:spPr bwMode="auto">
          <a:xfrm>
            <a:off x="1219200" y="3327400"/>
            <a:ext cx="685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0" name="Line 96">
            <a:extLst>
              <a:ext uri="{FF2B5EF4-FFF2-40B4-BE49-F238E27FC236}">
                <a16:creationId xmlns:a16="http://schemas.microsoft.com/office/drawing/2014/main" id="{762F67B4-BB3A-5415-B6EA-C5AC1D9C65D5}"/>
              </a:ext>
            </a:extLst>
          </p:cNvPr>
          <p:cNvSpPr>
            <a:spLocks noChangeShapeType="1"/>
          </p:cNvSpPr>
          <p:nvPr/>
        </p:nvSpPr>
        <p:spPr bwMode="auto">
          <a:xfrm>
            <a:off x="1905000" y="3479800"/>
            <a:ext cx="1524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1" name="Line 97">
            <a:extLst>
              <a:ext uri="{FF2B5EF4-FFF2-40B4-BE49-F238E27FC236}">
                <a16:creationId xmlns:a16="http://schemas.microsoft.com/office/drawing/2014/main" id="{36D1D9B0-CD67-ABC3-B028-1C245E4B11A7}"/>
              </a:ext>
            </a:extLst>
          </p:cNvPr>
          <p:cNvSpPr>
            <a:spLocks noChangeShapeType="1"/>
          </p:cNvSpPr>
          <p:nvPr/>
        </p:nvSpPr>
        <p:spPr bwMode="auto">
          <a:xfrm flipV="1">
            <a:off x="1600200" y="38608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2" name="Line 98">
            <a:extLst>
              <a:ext uri="{FF2B5EF4-FFF2-40B4-BE49-F238E27FC236}">
                <a16:creationId xmlns:a16="http://schemas.microsoft.com/office/drawing/2014/main" id="{1B5BC2F9-E1E0-6515-82AD-FAD8229E477F}"/>
              </a:ext>
            </a:extLst>
          </p:cNvPr>
          <p:cNvSpPr>
            <a:spLocks noChangeShapeType="1"/>
          </p:cNvSpPr>
          <p:nvPr/>
        </p:nvSpPr>
        <p:spPr bwMode="auto">
          <a:xfrm>
            <a:off x="1143000" y="34036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3" name="Line 99">
            <a:extLst>
              <a:ext uri="{FF2B5EF4-FFF2-40B4-BE49-F238E27FC236}">
                <a16:creationId xmlns:a16="http://schemas.microsoft.com/office/drawing/2014/main" id="{03E251D2-6702-D7B1-BC55-0E97D59CDC06}"/>
              </a:ext>
            </a:extLst>
          </p:cNvPr>
          <p:cNvSpPr>
            <a:spLocks noChangeShapeType="1"/>
          </p:cNvSpPr>
          <p:nvPr/>
        </p:nvSpPr>
        <p:spPr bwMode="auto">
          <a:xfrm>
            <a:off x="1371600" y="2641600"/>
            <a:ext cx="609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4" name="Line 100">
            <a:extLst>
              <a:ext uri="{FF2B5EF4-FFF2-40B4-BE49-F238E27FC236}">
                <a16:creationId xmlns:a16="http://schemas.microsoft.com/office/drawing/2014/main" id="{ADEF73A0-FE73-032A-3BDA-A7F536381B51}"/>
              </a:ext>
            </a:extLst>
          </p:cNvPr>
          <p:cNvSpPr>
            <a:spLocks noChangeShapeType="1"/>
          </p:cNvSpPr>
          <p:nvPr/>
        </p:nvSpPr>
        <p:spPr bwMode="auto">
          <a:xfrm flipH="1">
            <a:off x="1905000" y="29464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5" name="Line 101">
            <a:extLst>
              <a:ext uri="{FF2B5EF4-FFF2-40B4-BE49-F238E27FC236}">
                <a16:creationId xmlns:a16="http://schemas.microsoft.com/office/drawing/2014/main" id="{8F695BDF-BB0B-060D-B6C7-7415D8AD595F}"/>
              </a:ext>
            </a:extLst>
          </p:cNvPr>
          <p:cNvSpPr>
            <a:spLocks noChangeShapeType="1"/>
          </p:cNvSpPr>
          <p:nvPr/>
        </p:nvSpPr>
        <p:spPr bwMode="auto">
          <a:xfrm flipV="1">
            <a:off x="2133600" y="2717800"/>
            <a:ext cx="5334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6" name="Line 102">
            <a:extLst>
              <a:ext uri="{FF2B5EF4-FFF2-40B4-BE49-F238E27FC236}">
                <a16:creationId xmlns:a16="http://schemas.microsoft.com/office/drawing/2014/main" id="{05433903-E09A-0EEE-B6D1-49B78E0B6216}"/>
              </a:ext>
            </a:extLst>
          </p:cNvPr>
          <p:cNvSpPr>
            <a:spLocks noChangeShapeType="1"/>
          </p:cNvSpPr>
          <p:nvPr/>
        </p:nvSpPr>
        <p:spPr bwMode="auto">
          <a:xfrm>
            <a:off x="2743200" y="2717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7" name="Line 103">
            <a:extLst>
              <a:ext uri="{FF2B5EF4-FFF2-40B4-BE49-F238E27FC236}">
                <a16:creationId xmlns:a16="http://schemas.microsoft.com/office/drawing/2014/main" id="{A8B7AA96-3873-D8CA-3EBA-7A19E127F359}"/>
              </a:ext>
            </a:extLst>
          </p:cNvPr>
          <p:cNvSpPr>
            <a:spLocks noChangeShapeType="1"/>
          </p:cNvSpPr>
          <p:nvPr/>
        </p:nvSpPr>
        <p:spPr bwMode="auto">
          <a:xfrm>
            <a:off x="2819400" y="3251200"/>
            <a:ext cx="533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8" name="Line 104">
            <a:extLst>
              <a:ext uri="{FF2B5EF4-FFF2-40B4-BE49-F238E27FC236}">
                <a16:creationId xmlns:a16="http://schemas.microsoft.com/office/drawing/2014/main" id="{49457314-2235-3956-C3D3-A602907CAB6A}"/>
              </a:ext>
            </a:extLst>
          </p:cNvPr>
          <p:cNvSpPr>
            <a:spLocks noChangeShapeType="1"/>
          </p:cNvSpPr>
          <p:nvPr/>
        </p:nvSpPr>
        <p:spPr bwMode="auto">
          <a:xfrm flipH="1" flipV="1">
            <a:off x="3200400" y="25654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9" name="Line 105">
            <a:extLst>
              <a:ext uri="{FF2B5EF4-FFF2-40B4-BE49-F238E27FC236}">
                <a16:creationId xmlns:a16="http://schemas.microsoft.com/office/drawing/2014/main" id="{B31ACCD8-2865-8A95-5F1A-28C897479FFD}"/>
              </a:ext>
            </a:extLst>
          </p:cNvPr>
          <p:cNvSpPr>
            <a:spLocks noChangeShapeType="1"/>
          </p:cNvSpPr>
          <p:nvPr/>
        </p:nvSpPr>
        <p:spPr bwMode="auto">
          <a:xfrm flipV="1">
            <a:off x="3352800" y="27178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0" name="Line 106">
            <a:extLst>
              <a:ext uri="{FF2B5EF4-FFF2-40B4-BE49-F238E27FC236}">
                <a16:creationId xmlns:a16="http://schemas.microsoft.com/office/drawing/2014/main" id="{F885E386-C8E1-606D-E420-5E27B0573818}"/>
              </a:ext>
            </a:extLst>
          </p:cNvPr>
          <p:cNvSpPr>
            <a:spLocks noChangeShapeType="1"/>
          </p:cNvSpPr>
          <p:nvPr/>
        </p:nvSpPr>
        <p:spPr bwMode="auto">
          <a:xfrm flipV="1">
            <a:off x="3124200" y="34036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1" name="Line 107">
            <a:extLst>
              <a:ext uri="{FF2B5EF4-FFF2-40B4-BE49-F238E27FC236}">
                <a16:creationId xmlns:a16="http://schemas.microsoft.com/office/drawing/2014/main" id="{452A80E6-3E8F-9297-2315-DA048FC98857}"/>
              </a:ext>
            </a:extLst>
          </p:cNvPr>
          <p:cNvSpPr>
            <a:spLocks noChangeShapeType="1"/>
          </p:cNvSpPr>
          <p:nvPr/>
        </p:nvSpPr>
        <p:spPr bwMode="auto">
          <a:xfrm flipH="1" flipV="1">
            <a:off x="2286000" y="3860800"/>
            <a:ext cx="838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2" name="Line 108">
            <a:extLst>
              <a:ext uri="{FF2B5EF4-FFF2-40B4-BE49-F238E27FC236}">
                <a16:creationId xmlns:a16="http://schemas.microsoft.com/office/drawing/2014/main" id="{36976AF9-3EE6-AB7F-BB21-19441A5B213F}"/>
              </a:ext>
            </a:extLst>
          </p:cNvPr>
          <p:cNvSpPr>
            <a:spLocks noChangeShapeType="1"/>
          </p:cNvSpPr>
          <p:nvPr/>
        </p:nvSpPr>
        <p:spPr bwMode="auto">
          <a:xfrm flipH="1" flipV="1">
            <a:off x="2209800" y="38608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3" name="Line 109">
            <a:extLst>
              <a:ext uri="{FF2B5EF4-FFF2-40B4-BE49-F238E27FC236}">
                <a16:creationId xmlns:a16="http://schemas.microsoft.com/office/drawing/2014/main" id="{CB700DA3-B78A-3C64-150D-FEEAAF57A6A7}"/>
              </a:ext>
            </a:extLst>
          </p:cNvPr>
          <p:cNvSpPr>
            <a:spLocks noChangeShapeType="1"/>
          </p:cNvSpPr>
          <p:nvPr/>
        </p:nvSpPr>
        <p:spPr bwMode="auto">
          <a:xfrm flipH="1" flipV="1">
            <a:off x="1981200" y="34036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4" name="Line 110">
            <a:extLst>
              <a:ext uri="{FF2B5EF4-FFF2-40B4-BE49-F238E27FC236}">
                <a16:creationId xmlns:a16="http://schemas.microsoft.com/office/drawing/2014/main" id="{428FD972-A7C7-2C0B-95A7-8A3C51BEE0A8}"/>
              </a:ext>
            </a:extLst>
          </p:cNvPr>
          <p:cNvSpPr>
            <a:spLocks noChangeShapeType="1"/>
          </p:cNvSpPr>
          <p:nvPr/>
        </p:nvSpPr>
        <p:spPr bwMode="auto">
          <a:xfrm>
            <a:off x="2209800" y="46228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5" name="Line 111">
            <a:extLst>
              <a:ext uri="{FF2B5EF4-FFF2-40B4-BE49-F238E27FC236}">
                <a16:creationId xmlns:a16="http://schemas.microsoft.com/office/drawing/2014/main" id="{6F786F73-A368-CA2C-B2F5-9D26176EF7C9}"/>
              </a:ext>
            </a:extLst>
          </p:cNvPr>
          <p:cNvSpPr>
            <a:spLocks noChangeShapeType="1"/>
          </p:cNvSpPr>
          <p:nvPr/>
        </p:nvSpPr>
        <p:spPr bwMode="auto">
          <a:xfrm>
            <a:off x="1371600" y="5156200"/>
            <a:ext cx="83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6" name="Line 112">
            <a:extLst>
              <a:ext uri="{FF2B5EF4-FFF2-40B4-BE49-F238E27FC236}">
                <a16:creationId xmlns:a16="http://schemas.microsoft.com/office/drawing/2014/main" id="{F91D3BBA-70A6-B9C9-2D59-D736B2CD0CD2}"/>
              </a:ext>
            </a:extLst>
          </p:cNvPr>
          <p:cNvSpPr>
            <a:spLocks noChangeShapeType="1"/>
          </p:cNvSpPr>
          <p:nvPr/>
        </p:nvSpPr>
        <p:spPr bwMode="auto">
          <a:xfrm>
            <a:off x="1981200" y="57658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7" name="Line 113">
            <a:extLst>
              <a:ext uri="{FF2B5EF4-FFF2-40B4-BE49-F238E27FC236}">
                <a16:creationId xmlns:a16="http://schemas.microsoft.com/office/drawing/2014/main" id="{9FC3C0E3-A489-F30D-1F3F-8BD183D66CCA}"/>
              </a:ext>
            </a:extLst>
          </p:cNvPr>
          <p:cNvSpPr>
            <a:spLocks noChangeShapeType="1"/>
          </p:cNvSpPr>
          <p:nvPr/>
        </p:nvSpPr>
        <p:spPr bwMode="auto">
          <a:xfrm>
            <a:off x="2286000" y="5156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8" name="Line 114">
            <a:extLst>
              <a:ext uri="{FF2B5EF4-FFF2-40B4-BE49-F238E27FC236}">
                <a16:creationId xmlns:a16="http://schemas.microsoft.com/office/drawing/2014/main" id="{D75018E5-4F0D-84C9-9B93-D1D984D40EC3}"/>
              </a:ext>
            </a:extLst>
          </p:cNvPr>
          <p:cNvSpPr>
            <a:spLocks noChangeShapeType="1"/>
          </p:cNvSpPr>
          <p:nvPr/>
        </p:nvSpPr>
        <p:spPr bwMode="auto">
          <a:xfrm flipH="1">
            <a:off x="2514600" y="5537200"/>
            <a:ext cx="228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9" name="Line 115">
            <a:extLst>
              <a:ext uri="{FF2B5EF4-FFF2-40B4-BE49-F238E27FC236}">
                <a16:creationId xmlns:a16="http://schemas.microsoft.com/office/drawing/2014/main" id="{C36B6D60-A185-780B-22C7-843B4420624A}"/>
              </a:ext>
            </a:extLst>
          </p:cNvPr>
          <p:cNvSpPr>
            <a:spLocks noChangeShapeType="1"/>
          </p:cNvSpPr>
          <p:nvPr/>
        </p:nvSpPr>
        <p:spPr bwMode="auto">
          <a:xfrm flipV="1">
            <a:off x="2667000" y="5384800"/>
            <a:ext cx="685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0" name="Line 116">
            <a:extLst>
              <a:ext uri="{FF2B5EF4-FFF2-40B4-BE49-F238E27FC236}">
                <a16:creationId xmlns:a16="http://schemas.microsoft.com/office/drawing/2014/main" id="{67DAAE18-4036-B631-1015-137BBC59775F}"/>
              </a:ext>
            </a:extLst>
          </p:cNvPr>
          <p:cNvSpPr>
            <a:spLocks noChangeShapeType="1"/>
          </p:cNvSpPr>
          <p:nvPr/>
        </p:nvSpPr>
        <p:spPr bwMode="auto">
          <a:xfrm>
            <a:off x="2743200" y="55372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1" name="Line 117">
            <a:extLst>
              <a:ext uri="{FF2B5EF4-FFF2-40B4-BE49-F238E27FC236}">
                <a16:creationId xmlns:a16="http://schemas.microsoft.com/office/drawing/2014/main" id="{E2D05932-FE5F-5D56-083B-A84305C6869E}"/>
              </a:ext>
            </a:extLst>
          </p:cNvPr>
          <p:cNvSpPr>
            <a:spLocks noChangeShapeType="1"/>
          </p:cNvSpPr>
          <p:nvPr/>
        </p:nvSpPr>
        <p:spPr bwMode="auto">
          <a:xfrm flipH="1">
            <a:off x="2667000" y="4318000"/>
            <a:ext cx="1524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2" name="Line 118">
            <a:extLst>
              <a:ext uri="{FF2B5EF4-FFF2-40B4-BE49-F238E27FC236}">
                <a16:creationId xmlns:a16="http://schemas.microsoft.com/office/drawing/2014/main" id="{1D6F082E-F769-2AB9-DEF5-E77B24037FB2}"/>
              </a:ext>
            </a:extLst>
          </p:cNvPr>
          <p:cNvSpPr>
            <a:spLocks noChangeShapeType="1"/>
          </p:cNvSpPr>
          <p:nvPr/>
        </p:nvSpPr>
        <p:spPr bwMode="auto">
          <a:xfrm flipV="1">
            <a:off x="2667000" y="47752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3" name="Line 119">
            <a:extLst>
              <a:ext uri="{FF2B5EF4-FFF2-40B4-BE49-F238E27FC236}">
                <a16:creationId xmlns:a16="http://schemas.microsoft.com/office/drawing/2014/main" id="{C3C3DA47-B565-AEA6-F41D-93F62291828C}"/>
              </a:ext>
            </a:extLst>
          </p:cNvPr>
          <p:cNvSpPr>
            <a:spLocks noChangeShapeType="1"/>
          </p:cNvSpPr>
          <p:nvPr/>
        </p:nvSpPr>
        <p:spPr bwMode="auto">
          <a:xfrm flipV="1">
            <a:off x="3200400" y="5689600"/>
            <a:ext cx="5334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4" name="Line 120">
            <a:extLst>
              <a:ext uri="{FF2B5EF4-FFF2-40B4-BE49-F238E27FC236}">
                <a16:creationId xmlns:a16="http://schemas.microsoft.com/office/drawing/2014/main" id="{F0E6EDCF-03E7-11B3-77B0-C99696462EDD}"/>
              </a:ext>
            </a:extLst>
          </p:cNvPr>
          <p:cNvSpPr>
            <a:spLocks noChangeShapeType="1"/>
          </p:cNvSpPr>
          <p:nvPr/>
        </p:nvSpPr>
        <p:spPr bwMode="auto">
          <a:xfrm flipV="1">
            <a:off x="3505200" y="56896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5" name="Line 121">
            <a:extLst>
              <a:ext uri="{FF2B5EF4-FFF2-40B4-BE49-F238E27FC236}">
                <a16:creationId xmlns:a16="http://schemas.microsoft.com/office/drawing/2014/main" id="{4CF5C80A-257C-F60A-F6DE-1E12BBEE1EDF}"/>
              </a:ext>
            </a:extLst>
          </p:cNvPr>
          <p:cNvSpPr>
            <a:spLocks noChangeShapeType="1"/>
          </p:cNvSpPr>
          <p:nvPr/>
        </p:nvSpPr>
        <p:spPr bwMode="auto">
          <a:xfrm>
            <a:off x="3733800" y="5689600"/>
            <a:ext cx="5334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6" name="Line 122">
            <a:extLst>
              <a:ext uri="{FF2B5EF4-FFF2-40B4-BE49-F238E27FC236}">
                <a16:creationId xmlns:a16="http://schemas.microsoft.com/office/drawing/2014/main" id="{F5EF272C-09AC-F921-F8B4-71AD4235388B}"/>
              </a:ext>
            </a:extLst>
          </p:cNvPr>
          <p:cNvSpPr>
            <a:spLocks noChangeShapeType="1"/>
          </p:cNvSpPr>
          <p:nvPr/>
        </p:nvSpPr>
        <p:spPr bwMode="auto">
          <a:xfrm flipV="1">
            <a:off x="3733800" y="48514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7" name="Line 123">
            <a:extLst>
              <a:ext uri="{FF2B5EF4-FFF2-40B4-BE49-F238E27FC236}">
                <a16:creationId xmlns:a16="http://schemas.microsoft.com/office/drawing/2014/main" id="{14619BF1-48C6-88F1-A3F1-D11B063B195C}"/>
              </a:ext>
            </a:extLst>
          </p:cNvPr>
          <p:cNvSpPr>
            <a:spLocks noChangeShapeType="1"/>
          </p:cNvSpPr>
          <p:nvPr/>
        </p:nvSpPr>
        <p:spPr bwMode="auto">
          <a:xfrm>
            <a:off x="4191000" y="50800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9" name="Line 125">
            <a:extLst>
              <a:ext uri="{FF2B5EF4-FFF2-40B4-BE49-F238E27FC236}">
                <a16:creationId xmlns:a16="http://schemas.microsoft.com/office/drawing/2014/main" id="{C5CF92ED-555B-3E59-D2CD-3C32E3867209}"/>
              </a:ext>
            </a:extLst>
          </p:cNvPr>
          <p:cNvSpPr>
            <a:spLocks noChangeShapeType="1"/>
          </p:cNvSpPr>
          <p:nvPr/>
        </p:nvSpPr>
        <p:spPr bwMode="auto">
          <a:xfrm>
            <a:off x="3962400" y="41656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0" name="Line 126">
            <a:extLst>
              <a:ext uri="{FF2B5EF4-FFF2-40B4-BE49-F238E27FC236}">
                <a16:creationId xmlns:a16="http://schemas.microsoft.com/office/drawing/2014/main" id="{87068272-6F48-2856-0AD2-07B799C694B4}"/>
              </a:ext>
            </a:extLst>
          </p:cNvPr>
          <p:cNvSpPr>
            <a:spLocks noChangeShapeType="1"/>
          </p:cNvSpPr>
          <p:nvPr/>
        </p:nvSpPr>
        <p:spPr bwMode="auto">
          <a:xfrm flipV="1">
            <a:off x="3505200" y="4165600"/>
            <a:ext cx="3810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1" name="Line 127">
            <a:extLst>
              <a:ext uri="{FF2B5EF4-FFF2-40B4-BE49-F238E27FC236}">
                <a16:creationId xmlns:a16="http://schemas.microsoft.com/office/drawing/2014/main" id="{E1605613-9655-C7BD-6346-3889639B2D6F}"/>
              </a:ext>
            </a:extLst>
          </p:cNvPr>
          <p:cNvSpPr>
            <a:spLocks noChangeShapeType="1"/>
          </p:cNvSpPr>
          <p:nvPr/>
        </p:nvSpPr>
        <p:spPr bwMode="auto">
          <a:xfrm flipH="1">
            <a:off x="3733800" y="41656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2" name="Line 128">
            <a:extLst>
              <a:ext uri="{FF2B5EF4-FFF2-40B4-BE49-F238E27FC236}">
                <a16:creationId xmlns:a16="http://schemas.microsoft.com/office/drawing/2014/main" id="{C567E20B-9498-8707-8F80-3A5AD7207EBF}"/>
              </a:ext>
            </a:extLst>
          </p:cNvPr>
          <p:cNvSpPr>
            <a:spLocks noChangeShapeType="1"/>
          </p:cNvSpPr>
          <p:nvPr/>
        </p:nvSpPr>
        <p:spPr bwMode="auto">
          <a:xfrm flipV="1">
            <a:off x="4267200" y="40894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3" name="Line 129">
            <a:extLst>
              <a:ext uri="{FF2B5EF4-FFF2-40B4-BE49-F238E27FC236}">
                <a16:creationId xmlns:a16="http://schemas.microsoft.com/office/drawing/2014/main" id="{A382DF15-B8DE-C678-3036-4D43837393E4}"/>
              </a:ext>
            </a:extLst>
          </p:cNvPr>
          <p:cNvSpPr>
            <a:spLocks noChangeShapeType="1"/>
          </p:cNvSpPr>
          <p:nvPr/>
        </p:nvSpPr>
        <p:spPr bwMode="auto">
          <a:xfrm flipH="1">
            <a:off x="4724400" y="37084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4" name="Line 130">
            <a:extLst>
              <a:ext uri="{FF2B5EF4-FFF2-40B4-BE49-F238E27FC236}">
                <a16:creationId xmlns:a16="http://schemas.microsoft.com/office/drawing/2014/main" id="{65F7E503-1F7B-DE00-353D-08CF60E1C7B1}"/>
              </a:ext>
            </a:extLst>
          </p:cNvPr>
          <p:cNvSpPr>
            <a:spLocks noChangeShapeType="1"/>
          </p:cNvSpPr>
          <p:nvPr/>
        </p:nvSpPr>
        <p:spPr bwMode="auto">
          <a:xfrm>
            <a:off x="4343400" y="37084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5" name="Line 131">
            <a:extLst>
              <a:ext uri="{FF2B5EF4-FFF2-40B4-BE49-F238E27FC236}">
                <a16:creationId xmlns:a16="http://schemas.microsoft.com/office/drawing/2014/main" id="{07B075D5-C7D1-F12C-F629-C6CA374CE06B}"/>
              </a:ext>
            </a:extLst>
          </p:cNvPr>
          <p:cNvSpPr>
            <a:spLocks noChangeShapeType="1"/>
          </p:cNvSpPr>
          <p:nvPr/>
        </p:nvSpPr>
        <p:spPr bwMode="auto">
          <a:xfrm>
            <a:off x="4114800" y="3251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6" name="Line 132">
            <a:extLst>
              <a:ext uri="{FF2B5EF4-FFF2-40B4-BE49-F238E27FC236}">
                <a16:creationId xmlns:a16="http://schemas.microsoft.com/office/drawing/2014/main" id="{323A2185-C88C-5521-7EF4-D55BDF9A4C33}"/>
              </a:ext>
            </a:extLst>
          </p:cNvPr>
          <p:cNvSpPr>
            <a:spLocks noChangeShapeType="1"/>
          </p:cNvSpPr>
          <p:nvPr/>
        </p:nvSpPr>
        <p:spPr bwMode="auto">
          <a:xfrm flipH="1">
            <a:off x="4343400" y="30988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7" name="Line 133">
            <a:extLst>
              <a:ext uri="{FF2B5EF4-FFF2-40B4-BE49-F238E27FC236}">
                <a16:creationId xmlns:a16="http://schemas.microsoft.com/office/drawing/2014/main" id="{4CCA445B-40FF-5F39-36C0-EBD566F9F608}"/>
              </a:ext>
            </a:extLst>
          </p:cNvPr>
          <p:cNvSpPr>
            <a:spLocks noChangeShapeType="1"/>
          </p:cNvSpPr>
          <p:nvPr/>
        </p:nvSpPr>
        <p:spPr bwMode="auto">
          <a:xfrm>
            <a:off x="4495800" y="2565400"/>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8" name="Line 134">
            <a:extLst>
              <a:ext uri="{FF2B5EF4-FFF2-40B4-BE49-F238E27FC236}">
                <a16:creationId xmlns:a16="http://schemas.microsoft.com/office/drawing/2014/main" id="{B6151DF4-806C-66BD-448A-F8A8368C0C52}"/>
              </a:ext>
            </a:extLst>
          </p:cNvPr>
          <p:cNvSpPr>
            <a:spLocks noChangeShapeType="1"/>
          </p:cNvSpPr>
          <p:nvPr/>
        </p:nvSpPr>
        <p:spPr bwMode="auto">
          <a:xfrm>
            <a:off x="4953000" y="25654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9" name="Line 135">
            <a:extLst>
              <a:ext uri="{FF2B5EF4-FFF2-40B4-BE49-F238E27FC236}">
                <a16:creationId xmlns:a16="http://schemas.microsoft.com/office/drawing/2014/main" id="{0E1ED9F8-6E62-1FAB-58F9-7BE106D63763}"/>
              </a:ext>
            </a:extLst>
          </p:cNvPr>
          <p:cNvSpPr>
            <a:spLocks noChangeShapeType="1"/>
          </p:cNvSpPr>
          <p:nvPr/>
        </p:nvSpPr>
        <p:spPr bwMode="auto">
          <a:xfrm flipH="1" flipV="1">
            <a:off x="4648200" y="3098800"/>
            <a:ext cx="6096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0" name="Line 136">
            <a:extLst>
              <a:ext uri="{FF2B5EF4-FFF2-40B4-BE49-F238E27FC236}">
                <a16:creationId xmlns:a16="http://schemas.microsoft.com/office/drawing/2014/main" id="{D314D73A-0655-1955-8B03-4002CC0072E9}"/>
              </a:ext>
            </a:extLst>
          </p:cNvPr>
          <p:cNvSpPr>
            <a:spLocks noChangeShapeType="1"/>
          </p:cNvSpPr>
          <p:nvPr/>
        </p:nvSpPr>
        <p:spPr bwMode="auto">
          <a:xfrm>
            <a:off x="4953000" y="3708400"/>
            <a:ext cx="457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1" name="Line 137">
            <a:extLst>
              <a:ext uri="{FF2B5EF4-FFF2-40B4-BE49-F238E27FC236}">
                <a16:creationId xmlns:a16="http://schemas.microsoft.com/office/drawing/2014/main" id="{23A5309B-EA1C-E349-F040-50DE90B5F423}"/>
              </a:ext>
            </a:extLst>
          </p:cNvPr>
          <p:cNvSpPr>
            <a:spLocks noChangeShapeType="1"/>
          </p:cNvSpPr>
          <p:nvPr/>
        </p:nvSpPr>
        <p:spPr bwMode="auto">
          <a:xfrm>
            <a:off x="5715000" y="28702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2" name="Line 138">
            <a:extLst>
              <a:ext uri="{FF2B5EF4-FFF2-40B4-BE49-F238E27FC236}">
                <a16:creationId xmlns:a16="http://schemas.microsoft.com/office/drawing/2014/main" id="{54BC15C6-BCA5-0402-833D-508EC193076B}"/>
              </a:ext>
            </a:extLst>
          </p:cNvPr>
          <p:cNvSpPr>
            <a:spLocks noChangeShapeType="1"/>
          </p:cNvSpPr>
          <p:nvPr/>
        </p:nvSpPr>
        <p:spPr bwMode="auto">
          <a:xfrm>
            <a:off x="5715000" y="2870200"/>
            <a:ext cx="533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3" name="Line 139">
            <a:extLst>
              <a:ext uri="{FF2B5EF4-FFF2-40B4-BE49-F238E27FC236}">
                <a16:creationId xmlns:a16="http://schemas.microsoft.com/office/drawing/2014/main" id="{5B0B3BD3-7682-FA78-5D85-44315C1D0D62}"/>
              </a:ext>
            </a:extLst>
          </p:cNvPr>
          <p:cNvSpPr>
            <a:spLocks noChangeShapeType="1"/>
          </p:cNvSpPr>
          <p:nvPr/>
        </p:nvSpPr>
        <p:spPr bwMode="auto">
          <a:xfrm>
            <a:off x="6248400" y="28702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4" name="Line 140">
            <a:extLst>
              <a:ext uri="{FF2B5EF4-FFF2-40B4-BE49-F238E27FC236}">
                <a16:creationId xmlns:a16="http://schemas.microsoft.com/office/drawing/2014/main" id="{6B0A7A2B-F8FE-54DB-4D6F-38F702CEAED2}"/>
              </a:ext>
            </a:extLst>
          </p:cNvPr>
          <p:cNvSpPr>
            <a:spLocks noChangeShapeType="1"/>
          </p:cNvSpPr>
          <p:nvPr/>
        </p:nvSpPr>
        <p:spPr bwMode="auto">
          <a:xfrm flipV="1">
            <a:off x="5257800" y="39370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5" name="Line 141">
            <a:extLst>
              <a:ext uri="{FF2B5EF4-FFF2-40B4-BE49-F238E27FC236}">
                <a16:creationId xmlns:a16="http://schemas.microsoft.com/office/drawing/2014/main" id="{636FECAA-5658-BA56-08C3-DEF88733842A}"/>
              </a:ext>
            </a:extLst>
          </p:cNvPr>
          <p:cNvSpPr>
            <a:spLocks noChangeShapeType="1"/>
          </p:cNvSpPr>
          <p:nvPr/>
        </p:nvSpPr>
        <p:spPr bwMode="auto">
          <a:xfrm flipH="1">
            <a:off x="4495800" y="51562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6" name="Line 142">
            <a:extLst>
              <a:ext uri="{FF2B5EF4-FFF2-40B4-BE49-F238E27FC236}">
                <a16:creationId xmlns:a16="http://schemas.microsoft.com/office/drawing/2014/main" id="{7BA6AAC4-874D-7829-5587-9992F6A4A0F4}"/>
              </a:ext>
            </a:extLst>
          </p:cNvPr>
          <p:cNvSpPr>
            <a:spLocks noChangeShapeType="1"/>
          </p:cNvSpPr>
          <p:nvPr/>
        </p:nvSpPr>
        <p:spPr bwMode="auto">
          <a:xfrm>
            <a:off x="4495800" y="56134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7" name="Line 143">
            <a:extLst>
              <a:ext uri="{FF2B5EF4-FFF2-40B4-BE49-F238E27FC236}">
                <a16:creationId xmlns:a16="http://schemas.microsoft.com/office/drawing/2014/main" id="{9BC6AD85-B297-38CE-14DA-0C7997B20E9E}"/>
              </a:ext>
            </a:extLst>
          </p:cNvPr>
          <p:cNvSpPr>
            <a:spLocks noChangeShapeType="1"/>
          </p:cNvSpPr>
          <p:nvPr/>
        </p:nvSpPr>
        <p:spPr bwMode="auto">
          <a:xfrm flipV="1">
            <a:off x="4953000" y="56896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8" name="Line 144">
            <a:extLst>
              <a:ext uri="{FF2B5EF4-FFF2-40B4-BE49-F238E27FC236}">
                <a16:creationId xmlns:a16="http://schemas.microsoft.com/office/drawing/2014/main" id="{C6493788-B0AC-0CEF-609D-E0530E6979F3}"/>
              </a:ext>
            </a:extLst>
          </p:cNvPr>
          <p:cNvSpPr>
            <a:spLocks noChangeShapeType="1"/>
          </p:cNvSpPr>
          <p:nvPr/>
        </p:nvSpPr>
        <p:spPr bwMode="auto">
          <a:xfrm flipV="1">
            <a:off x="4876800" y="5080000"/>
            <a:ext cx="8382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9" name="Line 145">
            <a:extLst>
              <a:ext uri="{FF2B5EF4-FFF2-40B4-BE49-F238E27FC236}">
                <a16:creationId xmlns:a16="http://schemas.microsoft.com/office/drawing/2014/main" id="{5968FA59-2494-FAF9-E72C-DE02D16F76BD}"/>
              </a:ext>
            </a:extLst>
          </p:cNvPr>
          <p:cNvSpPr>
            <a:spLocks noChangeShapeType="1"/>
          </p:cNvSpPr>
          <p:nvPr/>
        </p:nvSpPr>
        <p:spPr bwMode="auto">
          <a:xfrm>
            <a:off x="5638800" y="5156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0" name="Line 146">
            <a:extLst>
              <a:ext uri="{FF2B5EF4-FFF2-40B4-BE49-F238E27FC236}">
                <a16:creationId xmlns:a16="http://schemas.microsoft.com/office/drawing/2014/main" id="{D74D29D1-A4A3-14EC-2155-8321F82621D0}"/>
              </a:ext>
            </a:extLst>
          </p:cNvPr>
          <p:cNvSpPr>
            <a:spLocks noChangeShapeType="1"/>
          </p:cNvSpPr>
          <p:nvPr/>
        </p:nvSpPr>
        <p:spPr bwMode="auto">
          <a:xfrm>
            <a:off x="4876800" y="5156200"/>
            <a:ext cx="1143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1" name="Line 147">
            <a:extLst>
              <a:ext uri="{FF2B5EF4-FFF2-40B4-BE49-F238E27FC236}">
                <a16:creationId xmlns:a16="http://schemas.microsoft.com/office/drawing/2014/main" id="{BF503CDA-AE86-53A7-0647-BDF4354557D2}"/>
              </a:ext>
            </a:extLst>
          </p:cNvPr>
          <p:cNvSpPr>
            <a:spLocks noChangeShapeType="1"/>
          </p:cNvSpPr>
          <p:nvPr/>
        </p:nvSpPr>
        <p:spPr bwMode="auto">
          <a:xfrm flipH="1">
            <a:off x="5867400" y="56134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2" name="Line 148">
            <a:extLst>
              <a:ext uri="{FF2B5EF4-FFF2-40B4-BE49-F238E27FC236}">
                <a16:creationId xmlns:a16="http://schemas.microsoft.com/office/drawing/2014/main" id="{B69FF573-AC2A-7E83-0F91-65D41A3BCBF6}"/>
              </a:ext>
            </a:extLst>
          </p:cNvPr>
          <p:cNvSpPr>
            <a:spLocks noChangeShapeType="1"/>
          </p:cNvSpPr>
          <p:nvPr/>
        </p:nvSpPr>
        <p:spPr bwMode="auto">
          <a:xfrm flipH="1">
            <a:off x="5334000" y="5537200"/>
            <a:ext cx="685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3" name="Line 149">
            <a:extLst>
              <a:ext uri="{FF2B5EF4-FFF2-40B4-BE49-F238E27FC236}">
                <a16:creationId xmlns:a16="http://schemas.microsoft.com/office/drawing/2014/main" id="{AC52E6D7-8918-B3E2-B574-19B5F827509A}"/>
              </a:ext>
            </a:extLst>
          </p:cNvPr>
          <p:cNvSpPr>
            <a:spLocks noChangeShapeType="1"/>
          </p:cNvSpPr>
          <p:nvPr/>
        </p:nvSpPr>
        <p:spPr bwMode="auto">
          <a:xfrm flipV="1">
            <a:off x="5638800" y="4470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4" name="Line 150">
            <a:extLst>
              <a:ext uri="{FF2B5EF4-FFF2-40B4-BE49-F238E27FC236}">
                <a16:creationId xmlns:a16="http://schemas.microsoft.com/office/drawing/2014/main" id="{1D2241E5-1482-63A7-B39F-E91D335F2F12}"/>
              </a:ext>
            </a:extLst>
          </p:cNvPr>
          <p:cNvSpPr>
            <a:spLocks noChangeShapeType="1"/>
          </p:cNvSpPr>
          <p:nvPr/>
        </p:nvSpPr>
        <p:spPr bwMode="auto">
          <a:xfrm flipV="1">
            <a:off x="5257800" y="4470400"/>
            <a:ext cx="685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5" name="Line 151">
            <a:extLst>
              <a:ext uri="{FF2B5EF4-FFF2-40B4-BE49-F238E27FC236}">
                <a16:creationId xmlns:a16="http://schemas.microsoft.com/office/drawing/2014/main" id="{0A5D6F1B-D1A1-AEA3-FA9F-D19E3DAAF4A9}"/>
              </a:ext>
            </a:extLst>
          </p:cNvPr>
          <p:cNvSpPr>
            <a:spLocks noChangeShapeType="1"/>
          </p:cNvSpPr>
          <p:nvPr/>
        </p:nvSpPr>
        <p:spPr bwMode="auto">
          <a:xfrm>
            <a:off x="5791200" y="3632200"/>
            <a:ext cx="152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6" name="Line 152">
            <a:extLst>
              <a:ext uri="{FF2B5EF4-FFF2-40B4-BE49-F238E27FC236}">
                <a16:creationId xmlns:a16="http://schemas.microsoft.com/office/drawing/2014/main" id="{F16AFC4A-20EF-E22F-9751-65A1193CC18B}"/>
              </a:ext>
            </a:extLst>
          </p:cNvPr>
          <p:cNvSpPr>
            <a:spLocks noChangeShapeType="1"/>
          </p:cNvSpPr>
          <p:nvPr/>
        </p:nvSpPr>
        <p:spPr bwMode="auto">
          <a:xfrm>
            <a:off x="5867400" y="3556000"/>
            <a:ext cx="609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7" name="Line 153">
            <a:extLst>
              <a:ext uri="{FF2B5EF4-FFF2-40B4-BE49-F238E27FC236}">
                <a16:creationId xmlns:a16="http://schemas.microsoft.com/office/drawing/2014/main" id="{44A6F190-E559-E7A3-CB4D-93633DDCD9F8}"/>
              </a:ext>
            </a:extLst>
          </p:cNvPr>
          <p:cNvSpPr>
            <a:spLocks noChangeShapeType="1"/>
          </p:cNvSpPr>
          <p:nvPr/>
        </p:nvSpPr>
        <p:spPr bwMode="auto">
          <a:xfrm flipV="1">
            <a:off x="6477000" y="44704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8" name="Line 154">
            <a:extLst>
              <a:ext uri="{FF2B5EF4-FFF2-40B4-BE49-F238E27FC236}">
                <a16:creationId xmlns:a16="http://schemas.microsoft.com/office/drawing/2014/main" id="{28B75967-B858-6C23-59E9-B09D5E751686}"/>
              </a:ext>
            </a:extLst>
          </p:cNvPr>
          <p:cNvSpPr>
            <a:spLocks noChangeShapeType="1"/>
          </p:cNvSpPr>
          <p:nvPr/>
        </p:nvSpPr>
        <p:spPr bwMode="auto">
          <a:xfrm flipV="1">
            <a:off x="6400800" y="3784600"/>
            <a:ext cx="457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9" name="Line 155">
            <a:extLst>
              <a:ext uri="{FF2B5EF4-FFF2-40B4-BE49-F238E27FC236}">
                <a16:creationId xmlns:a16="http://schemas.microsoft.com/office/drawing/2014/main" id="{FA7380A9-E6F8-2140-617A-0A4697733311}"/>
              </a:ext>
            </a:extLst>
          </p:cNvPr>
          <p:cNvSpPr>
            <a:spLocks noChangeShapeType="1"/>
          </p:cNvSpPr>
          <p:nvPr/>
        </p:nvSpPr>
        <p:spPr bwMode="auto">
          <a:xfrm flipV="1">
            <a:off x="6553200" y="28702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0" name="Line 156">
            <a:extLst>
              <a:ext uri="{FF2B5EF4-FFF2-40B4-BE49-F238E27FC236}">
                <a16:creationId xmlns:a16="http://schemas.microsoft.com/office/drawing/2014/main" id="{509D6BA4-E807-97DB-A574-C0DC9B09B1ED}"/>
              </a:ext>
            </a:extLst>
          </p:cNvPr>
          <p:cNvSpPr>
            <a:spLocks noChangeShapeType="1"/>
          </p:cNvSpPr>
          <p:nvPr/>
        </p:nvSpPr>
        <p:spPr bwMode="auto">
          <a:xfrm flipV="1">
            <a:off x="7315200" y="3175000"/>
            <a:ext cx="533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1" name="Line 157">
            <a:extLst>
              <a:ext uri="{FF2B5EF4-FFF2-40B4-BE49-F238E27FC236}">
                <a16:creationId xmlns:a16="http://schemas.microsoft.com/office/drawing/2014/main" id="{155E28CC-1EFC-8AE5-6868-2D5C063760EE}"/>
              </a:ext>
            </a:extLst>
          </p:cNvPr>
          <p:cNvSpPr>
            <a:spLocks noChangeShapeType="1"/>
          </p:cNvSpPr>
          <p:nvPr/>
        </p:nvSpPr>
        <p:spPr bwMode="auto">
          <a:xfrm flipH="1">
            <a:off x="6858000" y="2794000"/>
            <a:ext cx="1524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2" name="Line 158">
            <a:extLst>
              <a:ext uri="{FF2B5EF4-FFF2-40B4-BE49-F238E27FC236}">
                <a16:creationId xmlns:a16="http://schemas.microsoft.com/office/drawing/2014/main" id="{81DF0D7C-6F3F-F651-010C-9C0B1AD7ECC4}"/>
              </a:ext>
            </a:extLst>
          </p:cNvPr>
          <p:cNvSpPr>
            <a:spLocks noChangeShapeType="1"/>
          </p:cNvSpPr>
          <p:nvPr/>
        </p:nvSpPr>
        <p:spPr bwMode="auto">
          <a:xfrm flipH="1">
            <a:off x="5943600" y="29464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3" name="Line 159">
            <a:extLst>
              <a:ext uri="{FF2B5EF4-FFF2-40B4-BE49-F238E27FC236}">
                <a16:creationId xmlns:a16="http://schemas.microsoft.com/office/drawing/2014/main" id="{000DFD0A-F2D8-4B6A-4A41-DED130E10EA7}"/>
              </a:ext>
            </a:extLst>
          </p:cNvPr>
          <p:cNvSpPr>
            <a:spLocks noChangeShapeType="1"/>
          </p:cNvSpPr>
          <p:nvPr/>
        </p:nvSpPr>
        <p:spPr bwMode="auto">
          <a:xfrm flipH="1">
            <a:off x="7086600" y="4089400"/>
            <a:ext cx="76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4" name="Line 160">
            <a:extLst>
              <a:ext uri="{FF2B5EF4-FFF2-40B4-BE49-F238E27FC236}">
                <a16:creationId xmlns:a16="http://schemas.microsoft.com/office/drawing/2014/main" id="{773218E0-3BDE-E640-6AB4-1E7FCE43A0EA}"/>
              </a:ext>
            </a:extLst>
          </p:cNvPr>
          <p:cNvSpPr>
            <a:spLocks noChangeShapeType="1"/>
          </p:cNvSpPr>
          <p:nvPr/>
        </p:nvSpPr>
        <p:spPr bwMode="auto">
          <a:xfrm flipV="1">
            <a:off x="6629400" y="40132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5" name="Line 161">
            <a:extLst>
              <a:ext uri="{FF2B5EF4-FFF2-40B4-BE49-F238E27FC236}">
                <a16:creationId xmlns:a16="http://schemas.microsoft.com/office/drawing/2014/main" id="{027A3169-699D-9E31-12D5-067D9EB92805}"/>
              </a:ext>
            </a:extLst>
          </p:cNvPr>
          <p:cNvSpPr>
            <a:spLocks noChangeShapeType="1"/>
          </p:cNvSpPr>
          <p:nvPr/>
        </p:nvSpPr>
        <p:spPr bwMode="auto">
          <a:xfrm flipH="1">
            <a:off x="6477000" y="4775200"/>
            <a:ext cx="6096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6" name="Line 162">
            <a:extLst>
              <a:ext uri="{FF2B5EF4-FFF2-40B4-BE49-F238E27FC236}">
                <a16:creationId xmlns:a16="http://schemas.microsoft.com/office/drawing/2014/main" id="{2602B2EB-B1BE-D226-3EFB-6B6726145139}"/>
              </a:ext>
            </a:extLst>
          </p:cNvPr>
          <p:cNvSpPr>
            <a:spLocks noChangeShapeType="1"/>
          </p:cNvSpPr>
          <p:nvPr/>
        </p:nvSpPr>
        <p:spPr bwMode="auto">
          <a:xfrm flipV="1">
            <a:off x="6477000" y="4775200"/>
            <a:ext cx="609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7" name="Line 163">
            <a:extLst>
              <a:ext uri="{FF2B5EF4-FFF2-40B4-BE49-F238E27FC236}">
                <a16:creationId xmlns:a16="http://schemas.microsoft.com/office/drawing/2014/main" id="{BD505AFB-565B-5762-3278-A8FCEA1FAC5F}"/>
              </a:ext>
            </a:extLst>
          </p:cNvPr>
          <p:cNvSpPr>
            <a:spLocks noChangeShapeType="1"/>
          </p:cNvSpPr>
          <p:nvPr/>
        </p:nvSpPr>
        <p:spPr bwMode="auto">
          <a:xfrm>
            <a:off x="6019800" y="55372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8" name="Line 164">
            <a:extLst>
              <a:ext uri="{FF2B5EF4-FFF2-40B4-BE49-F238E27FC236}">
                <a16:creationId xmlns:a16="http://schemas.microsoft.com/office/drawing/2014/main" id="{E795E3F5-0D32-A0C3-AFDC-D9F35DF1497A}"/>
              </a:ext>
            </a:extLst>
          </p:cNvPr>
          <p:cNvSpPr>
            <a:spLocks noChangeShapeType="1"/>
          </p:cNvSpPr>
          <p:nvPr/>
        </p:nvSpPr>
        <p:spPr bwMode="auto">
          <a:xfrm>
            <a:off x="8458200" y="25654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9" name="Line 165">
            <a:extLst>
              <a:ext uri="{FF2B5EF4-FFF2-40B4-BE49-F238E27FC236}">
                <a16:creationId xmlns:a16="http://schemas.microsoft.com/office/drawing/2014/main" id="{9A6E979E-6D83-1F1F-C862-0A48C399591B}"/>
              </a:ext>
            </a:extLst>
          </p:cNvPr>
          <p:cNvSpPr>
            <a:spLocks noChangeShapeType="1"/>
          </p:cNvSpPr>
          <p:nvPr/>
        </p:nvSpPr>
        <p:spPr bwMode="auto">
          <a:xfrm flipH="1">
            <a:off x="7315200" y="2489200"/>
            <a:ext cx="1143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0" name="Line 166">
            <a:extLst>
              <a:ext uri="{FF2B5EF4-FFF2-40B4-BE49-F238E27FC236}">
                <a16:creationId xmlns:a16="http://schemas.microsoft.com/office/drawing/2014/main" id="{C02B0AD3-A3C6-5681-B633-C4ED6246D4EA}"/>
              </a:ext>
            </a:extLst>
          </p:cNvPr>
          <p:cNvSpPr>
            <a:spLocks noChangeShapeType="1"/>
          </p:cNvSpPr>
          <p:nvPr/>
        </p:nvSpPr>
        <p:spPr bwMode="auto">
          <a:xfrm flipH="1">
            <a:off x="7924800" y="24130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1" name="Line 167">
            <a:extLst>
              <a:ext uri="{FF2B5EF4-FFF2-40B4-BE49-F238E27FC236}">
                <a16:creationId xmlns:a16="http://schemas.microsoft.com/office/drawing/2014/main" id="{3C566DB8-3FF4-B17E-A5D7-C6B6C4FEBBAC}"/>
              </a:ext>
            </a:extLst>
          </p:cNvPr>
          <p:cNvSpPr>
            <a:spLocks noChangeShapeType="1"/>
          </p:cNvSpPr>
          <p:nvPr/>
        </p:nvSpPr>
        <p:spPr bwMode="auto">
          <a:xfrm flipH="1">
            <a:off x="7772400" y="3175000"/>
            <a:ext cx="152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2" name="Line 168">
            <a:extLst>
              <a:ext uri="{FF2B5EF4-FFF2-40B4-BE49-F238E27FC236}">
                <a16:creationId xmlns:a16="http://schemas.microsoft.com/office/drawing/2014/main" id="{751D7FA6-E80E-96F9-66E5-8B5CC784EAD3}"/>
              </a:ext>
            </a:extLst>
          </p:cNvPr>
          <p:cNvSpPr>
            <a:spLocks noChangeShapeType="1"/>
          </p:cNvSpPr>
          <p:nvPr/>
        </p:nvSpPr>
        <p:spPr bwMode="auto">
          <a:xfrm flipV="1">
            <a:off x="7162800" y="3175000"/>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3" name="Line 169">
            <a:extLst>
              <a:ext uri="{FF2B5EF4-FFF2-40B4-BE49-F238E27FC236}">
                <a16:creationId xmlns:a16="http://schemas.microsoft.com/office/drawing/2014/main" id="{DC421D2C-020E-90CD-36A3-9A56E8C1C0DE}"/>
              </a:ext>
            </a:extLst>
          </p:cNvPr>
          <p:cNvSpPr>
            <a:spLocks noChangeShapeType="1"/>
          </p:cNvSpPr>
          <p:nvPr/>
        </p:nvSpPr>
        <p:spPr bwMode="auto">
          <a:xfrm>
            <a:off x="7848600" y="3175000"/>
            <a:ext cx="381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4" name="Line 170">
            <a:extLst>
              <a:ext uri="{FF2B5EF4-FFF2-40B4-BE49-F238E27FC236}">
                <a16:creationId xmlns:a16="http://schemas.microsoft.com/office/drawing/2014/main" id="{62F157C9-B617-22C4-AAE7-762A0A9E6C8A}"/>
              </a:ext>
            </a:extLst>
          </p:cNvPr>
          <p:cNvSpPr>
            <a:spLocks noChangeShapeType="1"/>
          </p:cNvSpPr>
          <p:nvPr/>
        </p:nvSpPr>
        <p:spPr bwMode="auto">
          <a:xfrm flipH="1" flipV="1">
            <a:off x="7086600" y="4699000"/>
            <a:ext cx="7620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5" name="Line 171">
            <a:extLst>
              <a:ext uri="{FF2B5EF4-FFF2-40B4-BE49-F238E27FC236}">
                <a16:creationId xmlns:a16="http://schemas.microsoft.com/office/drawing/2014/main" id="{C33DAEBF-4E9F-12C8-43EB-9AF67EA01680}"/>
              </a:ext>
            </a:extLst>
          </p:cNvPr>
          <p:cNvSpPr>
            <a:spLocks noChangeShapeType="1"/>
          </p:cNvSpPr>
          <p:nvPr/>
        </p:nvSpPr>
        <p:spPr bwMode="auto">
          <a:xfrm flipV="1">
            <a:off x="7772400" y="3784600"/>
            <a:ext cx="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6" name="Line 172">
            <a:extLst>
              <a:ext uri="{FF2B5EF4-FFF2-40B4-BE49-F238E27FC236}">
                <a16:creationId xmlns:a16="http://schemas.microsoft.com/office/drawing/2014/main" id="{D23E05B8-8E7D-F3B5-EB4A-C284992589CC}"/>
              </a:ext>
            </a:extLst>
          </p:cNvPr>
          <p:cNvSpPr>
            <a:spLocks noChangeShapeType="1"/>
          </p:cNvSpPr>
          <p:nvPr/>
        </p:nvSpPr>
        <p:spPr bwMode="auto">
          <a:xfrm flipV="1">
            <a:off x="7848600" y="4013200"/>
            <a:ext cx="381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7" name="Line 173">
            <a:extLst>
              <a:ext uri="{FF2B5EF4-FFF2-40B4-BE49-F238E27FC236}">
                <a16:creationId xmlns:a16="http://schemas.microsoft.com/office/drawing/2014/main" id="{45D2009E-6FB7-CD07-7F8D-CA28AC9A55EA}"/>
              </a:ext>
            </a:extLst>
          </p:cNvPr>
          <p:cNvSpPr>
            <a:spLocks noChangeShapeType="1"/>
          </p:cNvSpPr>
          <p:nvPr/>
        </p:nvSpPr>
        <p:spPr bwMode="auto">
          <a:xfrm flipH="1">
            <a:off x="7620000" y="48514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8" name="Line 174">
            <a:extLst>
              <a:ext uri="{FF2B5EF4-FFF2-40B4-BE49-F238E27FC236}">
                <a16:creationId xmlns:a16="http://schemas.microsoft.com/office/drawing/2014/main" id="{964CF80A-5186-49E2-45D4-39AD70688D10}"/>
              </a:ext>
            </a:extLst>
          </p:cNvPr>
          <p:cNvSpPr>
            <a:spLocks noChangeShapeType="1"/>
          </p:cNvSpPr>
          <p:nvPr/>
        </p:nvSpPr>
        <p:spPr bwMode="auto">
          <a:xfrm flipH="1">
            <a:off x="7239000" y="52324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9" name="Line 175">
            <a:extLst>
              <a:ext uri="{FF2B5EF4-FFF2-40B4-BE49-F238E27FC236}">
                <a16:creationId xmlns:a16="http://schemas.microsoft.com/office/drawing/2014/main" id="{E4E86469-00F0-F89D-D4B0-9114EC457079}"/>
              </a:ext>
            </a:extLst>
          </p:cNvPr>
          <p:cNvSpPr>
            <a:spLocks noChangeShapeType="1"/>
          </p:cNvSpPr>
          <p:nvPr/>
        </p:nvSpPr>
        <p:spPr bwMode="auto">
          <a:xfrm>
            <a:off x="7162800" y="56134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0" name="Line 176">
            <a:extLst>
              <a:ext uri="{FF2B5EF4-FFF2-40B4-BE49-F238E27FC236}">
                <a16:creationId xmlns:a16="http://schemas.microsoft.com/office/drawing/2014/main" id="{A31E5AE4-ACD2-7B05-C46A-6049537AE067}"/>
              </a:ext>
            </a:extLst>
          </p:cNvPr>
          <p:cNvSpPr>
            <a:spLocks noChangeShapeType="1"/>
          </p:cNvSpPr>
          <p:nvPr/>
        </p:nvSpPr>
        <p:spPr bwMode="auto">
          <a:xfrm flipV="1">
            <a:off x="7162800" y="5918200"/>
            <a:ext cx="838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1" name="Line 177">
            <a:extLst>
              <a:ext uri="{FF2B5EF4-FFF2-40B4-BE49-F238E27FC236}">
                <a16:creationId xmlns:a16="http://schemas.microsoft.com/office/drawing/2014/main" id="{93C86BE9-D058-36C0-776D-C7F264D2A0CF}"/>
              </a:ext>
            </a:extLst>
          </p:cNvPr>
          <p:cNvSpPr>
            <a:spLocks noChangeShapeType="1"/>
          </p:cNvSpPr>
          <p:nvPr/>
        </p:nvSpPr>
        <p:spPr bwMode="auto">
          <a:xfrm>
            <a:off x="7620000" y="5232400"/>
            <a:ext cx="914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2" name="Line 178">
            <a:extLst>
              <a:ext uri="{FF2B5EF4-FFF2-40B4-BE49-F238E27FC236}">
                <a16:creationId xmlns:a16="http://schemas.microsoft.com/office/drawing/2014/main" id="{CDB1A856-6B54-7A02-BB9C-A0AC20804E0F}"/>
              </a:ext>
            </a:extLst>
          </p:cNvPr>
          <p:cNvSpPr>
            <a:spLocks noChangeShapeType="1"/>
          </p:cNvSpPr>
          <p:nvPr/>
        </p:nvSpPr>
        <p:spPr bwMode="auto">
          <a:xfrm flipV="1">
            <a:off x="1371600" y="4546600"/>
            <a:ext cx="762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3" name="Line 179">
            <a:extLst>
              <a:ext uri="{FF2B5EF4-FFF2-40B4-BE49-F238E27FC236}">
                <a16:creationId xmlns:a16="http://schemas.microsoft.com/office/drawing/2014/main" id="{D06357A1-7DDF-D5E8-F7CE-2686356C19D0}"/>
              </a:ext>
            </a:extLst>
          </p:cNvPr>
          <p:cNvSpPr>
            <a:spLocks noChangeShapeType="1"/>
          </p:cNvSpPr>
          <p:nvPr/>
        </p:nvSpPr>
        <p:spPr bwMode="auto">
          <a:xfrm flipH="1">
            <a:off x="3352800" y="3251200"/>
            <a:ext cx="685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2315" name="Group 91">
            <a:extLst>
              <a:ext uri="{FF2B5EF4-FFF2-40B4-BE49-F238E27FC236}">
                <a16:creationId xmlns:a16="http://schemas.microsoft.com/office/drawing/2014/main" id="{65231B84-F5CA-1027-DD09-A5D161904BB4}"/>
              </a:ext>
            </a:extLst>
          </p:cNvPr>
          <p:cNvGrpSpPr>
            <a:grpSpLocks/>
          </p:cNvGrpSpPr>
          <p:nvPr/>
        </p:nvGrpSpPr>
        <p:grpSpPr bwMode="auto">
          <a:xfrm>
            <a:off x="457200" y="2336800"/>
            <a:ext cx="8229600" cy="4038600"/>
            <a:chOff x="240" y="1536"/>
            <a:chExt cx="5184" cy="2544"/>
          </a:xfrm>
        </p:grpSpPr>
        <p:sp>
          <p:nvSpPr>
            <p:cNvPr id="52228" name="Oval 4">
              <a:extLst>
                <a:ext uri="{FF2B5EF4-FFF2-40B4-BE49-F238E27FC236}">
                  <a16:creationId xmlns:a16="http://schemas.microsoft.com/office/drawing/2014/main" id="{4DEAD2EC-9D34-003B-C3A3-8B01813ACB1B}"/>
                </a:ext>
              </a:extLst>
            </p:cNvPr>
            <p:cNvSpPr>
              <a:spLocks noChangeArrowheads="1"/>
            </p:cNvSpPr>
            <p:nvPr/>
          </p:nvSpPr>
          <p:spPr bwMode="auto">
            <a:xfrm>
              <a:off x="336" y="17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A</a:t>
              </a:r>
            </a:p>
          </p:txBody>
        </p:sp>
        <p:sp>
          <p:nvSpPr>
            <p:cNvPr id="52230" name="Oval 6">
              <a:extLst>
                <a:ext uri="{FF2B5EF4-FFF2-40B4-BE49-F238E27FC236}">
                  <a16:creationId xmlns:a16="http://schemas.microsoft.com/office/drawing/2014/main" id="{D93A0311-4B73-4F9D-B1FD-F4C559E9C499}"/>
                </a:ext>
              </a:extLst>
            </p:cNvPr>
            <p:cNvSpPr>
              <a:spLocks noChangeArrowheads="1"/>
            </p:cNvSpPr>
            <p:nvPr/>
          </p:nvSpPr>
          <p:spPr bwMode="auto">
            <a:xfrm>
              <a:off x="2208" y="172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B</a:t>
              </a:r>
            </a:p>
          </p:txBody>
        </p:sp>
        <p:sp>
          <p:nvSpPr>
            <p:cNvPr id="52231" name="Oval 7">
              <a:extLst>
                <a:ext uri="{FF2B5EF4-FFF2-40B4-BE49-F238E27FC236}">
                  <a16:creationId xmlns:a16="http://schemas.microsoft.com/office/drawing/2014/main" id="{76C3BDFE-DF50-03E0-8FD3-05715433D3C5}"/>
                </a:ext>
              </a:extLst>
            </p:cNvPr>
            <p:cNvSpPr>
              <a:spLocks noChangeArrowheads="1"/>
            </p:cNvSpPr>
            <p:nvPr/>
          </p:nvSpPr>
          <p:spPr bwMode="auto">
            <a:xfrm>
              <a:off x="1200" y="288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C</a:t>
              </a:r>
            </a:p>
          </p:txBody>
        </p:sp>
        <p:sp>
          <p:nvSpPr>
            <p:cNvPr id="52232" name="Oval 8">
              <a:extLst>
                <a:ext uri="{FF2B5EF4-FFF2-40B4-BE49-F238E27FC236}">
                  <a16:creationId xmlns:a16="http://schemas.microsoft.com/office/drawing/2014/main" id="{F025F5FA-6C72-BA53-2034-1DADC9EADFC6}"/>
                </a:ext>
              </a:extLst>
            </p:cNvPr>
            <p:cNvSpPr>
              <a:spLocks noChangeArrowheads="1"/>
            </p:cNvSpPr>
            <p:nvPr/>
          </p:nvSpPr>
          <p:spPr bwMode="auto">
            <a:xfrm>
              <a:off x="1872" y="15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D</a:t>
              </a:r>
            </a:p>
          </p:txBody>
        </p:sp>
        <p:sp>
          <p:nvSpPr>
            <p:cNvPr id="52233" name="Oval 9">
              <a:extLst>
                <a:ext uri="{FF2B5EF4-FFF2-40B4-BE49-F238E27FC236}">
                  <a16:creationId xmlns:a16="http://schemas.microsoft.com/office/drawing/2014/main" id="{BEA81588-4EF0-4DBD-B492-BA3FC8A6CE8B}"/>
                </a:ext>
              </a:extLst>
            </p:cNvPr>
            <p:cNvSpPr>
              <a:spLocks noChangeArrowheads="1"/>
            </p:cNvSpPr>
            <p:nvPr/>
          </p:nvSpPr>
          <p:spPr bwMode="auto">
            <a:xfrm>
              <a:off x="1968" y="206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E</a:t>
              </a:r>
            </a:p>
          </p:txBody>
        </p:sp>
        <p:sp>
          <p:nvSpPr>
            <p:cNvPr id="52234" name="Oval 10">
              <a:extLst>
                <a:ext uri="{FF2B5EF4-FFF2-40B4-BE49-F238E27FC236}">
                  <a16:creationId xmlns:a16="http://schemas.microsoft.com/office/drawing/2014/main" id="{92325161-08D2-CFAD-31F4-15AD995668BC}"/>
                </a:ext>
              </a:extLst>
            </p:cNvPr>
            <p:cNvSpPr>
              <a:spLocks noChangeArrowheads="1"/>
            </p:cNvSpPr>
            <p:nvPr/>
          </p:nvSpPr>
          <p:spPr bwMode="auto">
            <a:xfrm>
              <a:off x="1632" y="20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F</a:t>
              </a:r>
            </a:p>
          </p:txBody>
        </p:sp>
        <p:sp>
          <p:nvSpPr>
            <p:cNvPr id="52235" name="Oval 11">
              <a:extLst>
                <a:ext uri="{FF2B5EF4-FFF2-40B4-BE49-F238E27FC236}">
                  <a16:creationId xmlns:a16="http://schemas.microsoft.com/office/drawing/2014/main" id="{5C2D5B85-21C3-0C41-2846-2CAB1D8D3539}"/>
                </a:ext>
              </a:extLst>
            </p:cNvPr>
            <p:cNvSpPr>
              <a:spLocks noChangeArrowheads="1"/>
            </p:cNvSpPr>
            <p:nvPr/>
          </p:nvSpPr>
          <p:spPr bwMode="auto">
            <a:xfrm>
              <a:off x="2208" y="355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G</a:t>
              </a:r>
            </a:p>
          </p:txBody>
        </p:sp>
        <p:sp>
          <p:nvSpPr>
            <p:cNvPr id="52236" name="Oval 12">
              <a:extLst>
                <a:ext uri="{FF2B5EF4-FFF2-40B4-BE49-F238E27FC236}">
                  <a16:creationId xmlns:a16="http://schemas.microsoft.com/office/drawing/2014/main" id="{6142345C-E565-1A6C-A595-B3624D9638CC}"/>
                </a:ext>
              </a:extLst>
            </p:cNvPr>
            <p:cNvSpPr>
              <a:spLocks noChangeArrowheads="1"/>
            </p:cNvSpPr>
            <p:nvPr/>
          </p:nvSpPr>
          <p:spPr bwMode="auto">
            <a:xfrm>
              <a:off x="2448" y="20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H</a:t>
              </a:r>
            </a:p>
          </p:txBody>
        </p:sp>
        <p:sp>
          <p:nvSpPr>
            <p:cNvPr id="52237" name="Oval 13">
              <a:extLst>
                <a:ext uri="{FF2B5EF4-FFF2-40B4-BE49-F238E27FC236}">
                  <a16:creationId xmlns:a16="http://schemas.microsoft.com/office/drawing/2014/main" id="{D7ADEB5B-B160-D6DC-1E9D-842BF1BB15E4}"/>
                </a:ext>
              </a:extLst>
            </p:cNvPr>
            <p:cNvSpPr>
              <a:spLocks noChangeArrowheads="1"/>
            </p:cNvSpPr>
            <p:nvPr/>
          </p:nvSpPr>
          <p:spPr bwMode="auto">
            <a:xfrm>
              <a:off x="2352" y="259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I</a:t>
              </a:r>
            </a:p>
          </p:txBody>
        </p:sp>
        <p:sp>
          <p:nvSpPr>
            <p:cNvPr id="52238" name="Oval 14">
              <a:extLst>
                <a:ext uri="{FF2B5EF4-FFF2-40B4-BE49-F238E27FC236}">
                  <a16:creationId xmlns:a16="http://schemas.microsoft.com/office/drawing/2014/main" id="{73C44143-F2EF-4A4D-8EC2-BBB4C2F0819B}"/>
                </a:ext>
              </a:extLst>
            </p:cNvPr>
            <p:cNvSpPr>
              <a:spLocks noChangeArrowheads="1"/>
            </p:cNvSpPr>
            <p:nvPr/>
          </p:nvSpPr>
          <p:spPr bwMode="auto">
            <a:xfrm>
              <a:off x="2064" y="26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J</a:t>
              </a:r>
            </a:p>
          </p:txBody>
        </p:sp>
        <p:sp>
          <p:nvSpPr>
            <p:cNvPr id="52239" name="Oval 15">
              <a:extLst>
                <a:ext uri="{FF2B5EF4-FFF2-40B4-BE49-F238E27FC236}">
                  <a16:creationId xmlns:a16="http://schemas.microsoft.com/office/drawing/2014/main" id="{BB4829CD-44FD-6316-F3BB-EFE5C371FD13}"/>
                </a:ext>
              </a:extLst>
            </p:cNvPr>
            <p:cNvSpPr>
              <a:spLocks noChangeArrowheads="1"/>
            </p:cNvSpPr>
            <p:nvPr/>
          </p:nvSpPr>
          <p:spPr bwMode="auto">
            <a:xfrm>
              <a:off x="1824" y="244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K</a:t>
              </a:r>
            </a:p>
          </p:txBody>
        </p:sp>
        <p:sp>
          <p:nvSpPr>
            <p:cNvPr id="52240" name="Oval 16">
              <a:extLst>
                <a:ext uri="{FF2B5EF4-FFF2-40B4-BE49-F238E27FC236}">
                  <a16:creationId xmlns:a16="http://schemas.microsoft.com/office/drawing/2014/main" id="{9E860AF3-5755-9233-73C7-3A0457D56586}"/>
                </a:ext>
              </a:extLst>
            </p:cNvPr>
            <p:cNvSpPr>
              <a:spLocks noChangeArrowheads="1"/>
            </p:cNvSpPr>
            <p:nvPr/>
          </p:nvSpPr>
          <p:spPr bwMode="auto">
            <a:xfrm>
              <a:off x="816" y="259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L</a:t>
              </a:r>
            </a:p>
          </p:txBody>
        </p:sp>
        <p:sp>
          <p:nvSpPr>
            <p:cNvPr id="52241" name="Oval 17">
              <a:extLst>
                <a:ext uri="{FF2B5EF4-FFF2-40B4-BE49-F238E27FC236}">
                  <a16:creationId xmlns:a16="http://schemas.microsoft.com/office/drawing/2014/main" id="{D5735287-12DA-44F1-1B3A-FF16043EC1B1}"/>
                </a:ext>
              </a:extLst>
            </p:cNvPr>
            <p:cNvSpPr>
              <a:spLocks noChangeArrowheads="1"/>
            </p:cNvSpPr>
            <p:nvPr/>
          </p:nvSpPr>
          <p:spPr bwMode="auto">
            <a:xfrm>
              <a:off x="720" y="316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M</a:t>
              </a:r>
            </a:p>
          </p:txBody>
        </p:sp>
        <p:sp>
          <p:nvSpPr>
            <p:cNvPr id="52242" name="Oval 18">
              <a:extLst>
                <a:ext uri="{FF2B5EF4-FFF2-40B4-BE49-F238E27FC236}">
                  <a16:creationId xmlns:a16="http://schemas.microsoft.com/office/drawing/2014/main" id="{D76DBDA8-04F8-71E4-8574-29EBE6450441}"/>
                </a:ext>
              </a:extLst>
            </p:cNvPr>
            <p:cNvSpPr>
              <a:spLocks noChangeArrowheads="1"/>
            </p:cNvSpPr>
            <p:nvPr/>
          </p:nvSpPr>
          <p:spPr bwMode="auto">
            <a:xfrm>
              <a:off x="2688" y="15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N</a:t>
              </a:r>
            </a:p>
          </p:txBody>
        </p:sp>
        <p:sp>
          <p:nvSpPr>
            <p:cNvPr id="52243" name="Oval 19">
              <a:extLst>
                <a:ext uri="{FF2B5EF4-FFF2-40B4-BE49-F238E27FC236}">
                  <a16:creationId xmlns:a16="http://schemas.microsoft.com/office/drawing/2014/main" id="{EE9BCCD2-830C-D4A2-F70F-BCC36C24C062}"/>
                </a:ext>
              </a:extLst>
            </p:cNvPr>
            <p:cNvSpPr>
              <a:spLocks noChangeArrowheads="1"/>
            </p:cNvSpPr>
            <p:nvPr/>
          </p:nvSpPr>
          <p:spPr bwMode="auto">
            <a:xfrm>
              <a:off x="2544" y="27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O</a:t>
              </a:r>
            </a:p>
          </p:txBody>
        </p:sp>
        <p:sp>
          <p:nvSpPr>
            <p:cNvPr id="52244" name="Oval 20">
              <a:extLst>
                <a:ext uri="{FF2B5EF4-FFF2-40B4-BE49-F238E27FC236}">
                  <a16:creationId xmlns:a16="http://schemas.microsoft.com/office/drawing/2014/main" id="{FE4ABCBA-7BF7-0039-483D-49FDEA3E9E3F}"/>
                </a:ext>
              </a:extLst>
            </p:cNvPr>
            <p:cNvSpPr>
              <a:spLocks noChangeArrowheads="1"/>
            </p:cNvSpPr>
            <p:nvPr/>
          </p:nvSpPr>
          <p:spPr bwMode="auto">
            <a:xfrm>
              <a:off x="2496"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P</a:t>
              </a:r>
            </a:p>
          </p:txBody>
        </p:sp>
        <p:sp>
          <p:nvSpPr>
            <p:cNvPr id="52245" name="Oval 21">
              <a:extLst>
                <a:ext uri="{FF2B5EF4-FFF2-40B4-BE49-F238E27FC236}">
                  <a16:creationId xmlns:a16="http://schemas.microsoft.com/office/drawing/2014/main" id="{F4AE85B6-B7EE-D1D9-4E99-455430D3A952}"/>
                </a:ext>
              </a:extLst>
            </p:cNvPr>
            <p:cNvSpPr>
              <a:spLocks noChangeArrowheads="1"/>
            </p:cNvSpPr>
            <p:nvPr/>
          </p:nvSpPr>
          <p:spPr bwMode="auto">
            <a:xfrm>
              <a:off x="2208" y="302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Q</a:t>
              </a:r>
            </a:p>
          </p:txBody>
        </p:sp>
        <p:sp>
          <p:nvSpPr>
            <p:cNvPr id="52246" name="Oval 22">
              <a:extLst>
                <a:ext uri="{FF2B5EF4-FFF2-40B4-BE49-F238E27FC236}">
                  <a16:creationId xmlns:a16="http://schemas.microsoft.com/office/drawing/2014/main" id="{74E4D459-46D7-CBC9-2D9F-A85986591687}"/>
                </a:ext>
              </a:extLst>
            </p:cNvPr>
            <p:cNvSpPr>
              <a:spLocks noChangeArrowheads="1"/>
            </p:cNvSpPr>
            <p:nvPr/>
          </p:nvSpPr>
          <p:spPr bwMode="auto">
            <a:xfrm>
              <a:off x="2592" y="230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R</a:t>
              </a:r>
            </a:p>
          </p:txBody>
        </p:sp>
        <p:sp>
          <p:nvSpPr>
            <p:cNvPr id="52247" name="Oval 23">
              <a:extLst>
                <a:ext uri="{FF2B5EF4-FFF2-40B4-BE49-F238E27FC236}">
                  <a16:creationId xmlns:a16="http://schemas.microsoft.com/office/drawing/2014/main" id="{8472318D-8F12-D87E-1F00-ECBFA0C9FF50}"/>
                </a:ext>
              </a:extLst>
            </p:cNvPr>
            <p:cNvSpPr>
              <a:spLocks noChangeArrowheads="1"/>
            </p:cNvSpPr>
            <p:nvPr/>
          </p:nvSpPr>
          <p:spPr bwMode="auto">
            <a:xfrm>
              <a:off x="1824" y="369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S</a:t>
              </a:r>
            </a:p>
          </p:txBody>
        </p:sp>
        <p:sp>
          <p:nvSpPr>
            <p:cNvPr id="52248" name="Oval 24">
              <a:extLst>
                <a:ext uri="{FF2B5EF4-FFF2-40B4-BE49-F238E27FC236}">
                  <a16:creationId xmlns:a16="http://schemas.microsoft.com/office/drawing/2014/main" id="{1299DDA6-CE44-6861-7810-7F04B92397B9}"/>
                </a:ext>
              </a:extLst>
            </p:cNvPr>
            <p:cNvSpPr>
              <a:spLocks noChangeArrowheads="1"/>
            </p:cNvSpPr>
            <p:nvPr/>
          </p:nvSpPr>
          <p:spPr bwMode="auto">
            <a:xfrm>
              <a:off x="1920" y="340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T</a:t>
              </a:r>
            </a:p>
          </p:txBody>
        </p:sp>
        <p:sp>
          <p:nvSpPr>
            <p:cNvPr id="52249" name="Oval 25">
              <a:extLst>
                <a:ext uri="{FF2B5EF4-FFF2-40B4-BE49-F238E27FC236}">
                  <a16:creationId xmlns:a16="http://schemas.microsoft.com/office/drawing/2014/main" id="{C82E8DB0-0728-2F9B-FDD7-461CECD1CBDF}"/>
                </a:ext>
              </a:extLst>
            </p:cNvPr>
            <p:cNvSpPr>
              <a:spLocks noChangeArrowheads="1"/>
            </p:cNvSpPr>
            <p:nvPr/>
          </p:nvSpPr>
          <p:spPr bwMode="auto">
            <a:xfrm>
              <a:off x="2112" y="38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U</a:t>
              </a:r>
            </a:p>
          </p:txBody>
        </p:sp>
        <p:sp>
          <p:nvSpPr>
            <p:cNvPr id="52250" name="Oval 26">
              <a:extLst>
                <a:ext uri="{FF2B5EF4-FFF2-40B4-BE49-F238E27FC236}">
                  <a16:creationId xmlns:a16="http://schemas.microsoft.com/office/drawing/2014/main" id="{CFF9BD07-67AE-D26D-A0EE-9152A194CABB}"/>
                </a:ext>
              </a:extLst>
            </p:cNvPr>
            <p:cNvSpPr>
              <a:spLocks noChangeArrowheads="1"/>
            </p:cNvSpPr>
            <p:nvPr/>
          </p:nvSpPr>
          <p:spPr bwMode="auto">
            <a:xfrm>
              <a:off x="3168" y="196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V</a:t>
              </a:r>
            </a:p>
          </p:txBody>
        </p:sp>
        <p:sp>
          <p:nvSpPr>
            <p:cNvPr id="52251" name="Oval 27">
              <a:extLst>
                <a:ext uri="{FF2B5EF4-FFF2-40B4-BE49-F238E27FC236}">
                  <a16:creationId xmlns:a16="http://schemas.microsoft.com/office/drawing/2014/main" id="{E972558B-40D3-3AC9-2B42-E85EB12DE2FD}"/>
                </a:ext>
              </a:extLst>
            </p:cNvPr>
            <p:cNvSpPr>
              <a:spLocks noChangeArrowheads="1"/>
            </p:cNvSpPr>
            <p:nvPr/>
          </p:nvSpPr>
          <p:spPr bwMode="auto">
            <a:xfrm>
              <a:off x="2592" y="374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W</a:t>
              </a:r>
            </a:p>
          </p:txBody>
        </p:sp>
        <p:sp>
          <p:nvSpPr>
            <p:cNvPr id="52252" name="Oval 28">
              <a:extLst>
                <a:ext uri="{FF2B5EF4-FFF2-40B4-BE49-F238E27FC236}">
                  <a16:creationId xmlns:a16="http://schemas.microsoft.com/office/drawing/2014/main" id="{E1DDEFCB-A80D-A80D-0530-E4F79A01BE6C}"/>
                </a:ext>
              </a:extLst>
            </p:cNvPr>
            <p:cNvSpPr>
              <a:spLocks noChangeArrowheads="1"/>
            </p:cNvSpPr>
            <p:nvPr/>
          </p:nvSpPr>
          <p:spPr bwMode="auto">
            <a:xfrm>
              <a:off x="3168" y="288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X</a:t>
              </a:r>
            </a:p>
          </p:txBody>
        </p:sp>
        <p:sp>
          <p:nvSpPr>
            <p:cNvPr id="52253" name="Oval 29">
              <a:extLst>
                <a:ext uri="{FF2B5EF4-FFF2-40B4-BE49-F238E27FC236}">
                  <a16:creationId xmlns:a16="http://schemas.microsoft.com/office/drawing/2014/main" id="{C9EDDAD7-A4CB-1224-0BDD-163248EC2002}"/>
                </a:ext>
              </a:extLst>
            </p:cNvPr>
            <p:cNvSpPr>
              <a:spLocks noChangeArrowheads="1"/>
            </p:cNvSpPr>
            <p:nvPr/>
          </p:nvSpPr>
          <p:spPr bwMode="auto">
            <a:xfrm>
              <a:off x="2832" y="254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Y</a:t>
              </a:r>
            </a:p>
          </p:txBody>
        </p:sp>
        <p:sp>
          <p:nvSpPr>
            <p:cNvPr id="52254" name="Oval 30">
              <a:extLst>
                <a:ext uri="{FF2B5EF4-FFF2-40B4-BE49-F238E27FC236}">
                  <a16:creationId xmlns:a16="http://schemas.microsoft.com/office/drawing/2014/main" id="{DDAAE4EE-1DF5-E5EE-0CD9-3A132ABB8FDB}"/>
                </a:ext>
              </a:extLst>
            </p:cNvPr>
            <p:cNvSpPr>
              <a:spLocks noChangeArrowheads="1"/>
            </p:cNvSpPr>
            <p:nvPr/>
          </p:nvSpPr>
          <p:spPr bwMode="auto">
            <a:xfrm>
              <a:off x="2928"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Z</a:t>
              </a:r>
            </a:p>
          </p:txBody>
        </p:sp>
        <p:sp>
          <p:nvSpPr>
            <p:cNvPr id="52255" name="Oval 31">
              <a:extLst>
                <a:ext uri="{FF2B5EF4-FFF2-40B4-BE49-F238E27FC236}">
                  <a16:creationId xmlns:a16="http://schemas.microsoft.com/office/drawing/2014/main" id="{1B89025F-A831-AEA8-D620-0E2666A90730}"/>
                </a:ext>
              </a:extLst>
            </p:cNvPr>
            <p:cNvSpPr>
              <a:spLocks noChangeArrowheads="1"/>
            </p:cNvSpPr>
            <p:nvPr/>
          </p:nvSpPr>
          <p:spPr bwMode="auto">
            <a:xfrm>
              <a:off x="1440" y="384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AA</a:t>
              </a:r>
            </a:p>
          </p:txBody>
        </p:sp>
        <p:sp>
          <p:nvSpPr>
            <p:cNvPr id="52256" name="Oval 32">
              <a:extLst>
                <a:ext uri="{FF2B5EF4-FFF2-40B4-BE49-F238E27FC236}">
                  <a16:creationId xmlns:a16="http://schemas.microsoft.com/office/drawing/2014/main" id="{416F572D-D732-59C4-4BD0-A7941E2BE2C7}"/>
                </a:ext>
              </a:extLst>
            </p:cNvPr>
            <p:cNvSpPr>
              <a:spLocks noChangeArrowheads="1"/>
            </p:cNvSpPr>
            <p:nvPr/>
          </p:nvSpPr>
          <p:spPr bwMode="auto">
            <a:xfrm>
              <a:off x="720" y="15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BB</a:t>
              </a:r>
            </a:p>
          </p:txBody>
        </p:sp>
        <p:sp>
          <p:nvSpPr>
            <p:cNvPr id="52257" name="Oval 33">
              <a:extLst>
                <a:ext uri="{FF2B5EF4-FFF2-40B4-BE49-F238E27FC236}">
                  <a16:creationId xmlns:a16="http://schemas.microsoft.com/office/drawing/2014/main" id="{0ADA0D80-3889-5322-3FCD-D442D064AB0E}"/>
                </a:ext>
              </a:extLst>
            </p:cNvPr>
            <p:cNvSpPr>
              <a:spLocks noChangeArrowheads="1"/>
            </p:cNvSpPr>
            <p:nvPr/>
          </p:nvSpPr>
          <p:spPr bwMode="auto">
            <a:xfrm>
              <a:off x="240" y="264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CC</a:t>
              </a:r>
            </a:p>
          </p:txBody>
        </p:sp>
        <p:sp>
          <p:nvSpPr>
            <p:cNvPr id="52258" name="Oval 34">
              <a:extLst>
                <a:ext uri="{FF2B5EF4-FFF2-40B4-BE49-F238E27FC236}">
                  <a16:creationId xmlns:a16="http://schemas.microsoft.com/office/drawing/2014/main" id="{9D8B816B-54CC-5CEF-8B6E-7BE98BF80813}"/>
                </a:ext>
              </a:extLst>
            </p:cNvPr>
            <p:cNvSpPr>
              <a:spLocks noChangeArrowheads="1"/>
            </p:cNvSpPr>
            <p:nvPr/>
          </p:nvSpPr>
          <p:spPr bwMode="auto">
            <a:xfrm>
              <a:off x="1056" y="211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DD</a:t>
              </a:r>
            </a:p>
          </p:txBody>
        </p:sp>
        <p:sp>
          <p:nvSpPr>
            <p:cNvPr id="52259" name="Oval 35">
              <a:extLst>
                <a:ext uri="{FF2B5EF4-FFF2-40B4-BE49-F238E27FC236}">
                  <a16:creationId xmlns:a16="http://schemas.microsoft.com/office/drawing/2014/main" id="{69EC970D-5D0D-45AC-84CB-AFB0F5486930}"/>
                </a:ext>
              </a:extLst>
            </p:cNvPr>
            <p:cNvSpPr>
              <a:spLocks noChangeArrowheads="1"/>
            </p:cNvSpPr>
            <p:nvPr/>
          </p:nvSpPr>
          <p:spPr bwMode="auto">
            <a:xfrm>
              <a:off x="3792" y="182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EE</a:t>
              </a:r>
            </a:p>
          </p:txBody>
        </p:sp>
        <p:sp>
          <p:nvSpPr>
            <p:cNvPr id="52260" name="Oval 36">
              <a:extLst>
                <a:ext uri="{FF2B5EF4-FFF2-40B4-BE49-F238E27FC236}">
                  <a16:creationId xmlns:a16="http://schemas.microsoft.com/office/drawing/2014/main" id="{2588D3C3-F6C0-39C1-5FD6-D503ED1CAC9C}"/>
                </a:ext>
              </a:extLst>
            </p:cNvPr>
            <p:cNvSpPr>
              <a:spLocks noChangeArrowheads="1"/>
            </p:cNvSpPr>
            <p:nvPr/>
          </p:nvSpPr>
          <p:spPr bwMode="auto">
            <a:xfrm>
              <a:off x="3456" y="17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FF</a:t>
              </a:r>
            </a:p>
          </p:txBody>
        </p:sp>
        <p:sp>
          <p:nvSpPr>
            <p:cNvPr id="52261" name="Oval 37">
              <a:extLst>
                <a:ext uri="{FF2B5EF4-FFF2-40B4-BE49-F238E27FC236}">
                  <a16:creationId xmlns:a16="http://schemas.microsoft.com/office/drawing/2014/main" id="{4CE08D37-BB9C-2E57-D18B-688B6731BAF2}"/>
                </a:ext>
              </a:extLst>
            </p:cNvPr>
            <p:cNvSpPr>
              <a:spLocks noChangeArrowheads="1"/>
            </p:cNvSpPr>
            <p:nvPr/>
          </p:nvSpPr>
          <p:spPr bwMode="auto">
            <a:xfrm>
              <a:off x="576" y="206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GG</a:t>
              </a:r>
            </a:p>
          </p:txBody>
        </p:sp>
        <p:sp>
          <p:nvSpPr>
            <p:cNvPr id="52262" name="Oval 38">
              <a:extLst>
                <a:ext uri="{FF2B5EF4-FFF2-40B4-BE49-F238E27FC236}">
                  <a16:creationId xmlns:a16="http://schemas.microsoft.com/office/drawing/2014/main" id="{344ACCE6-7378-C66A-8348-644464AFF232}"/>
                </a:ext>
              </a:extLst>
            </p:cNvPr>
            <p:cNvSpPr>
              <a:spLocks noChangeArrowheads="1"/>
            </p:cNvSpPr>
            <p:nvPr/>
          </p:nvSpPr>
          <p:spPr bwMode="auto">
            <a:xfrm>
              <a:off x="4272" y="17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HH</a:t>
              </a:r>
            </a:p>
          </p:txBody>
        </p:sp>
        <p:sp>
          <p:nvSpPr>
            <p:cNvPr id="52263" name="Oval 39">
              <a:extLst>
                <a:ext uri="{FF2B5EF4-FFF2-40B4-BE49-F238E27FC236}">
                  <a16:creationId xmlns:a16="http://schemas.microsoft.com/office/drawing/2014/main" id="{AC3A3284-BB73-5D7C-8DC5-DAAF43354D9C}"/>
                </a:ext>
              </a:extLst>
            </p:cNvPr>
            <p:cNvSpPr>
              <a:spLocks noChangeArrowheads="1"/>
            </p:cNvSpPr>
            <p:nvPr/>
          </p:nvSpPr>
          <p:spPr bwMode="auto">
            <a:xfrm>
              <a:off x="4176" y="235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II</a:t>
              </a:r>
            </a:p>
          </p:txBody>
        </p:sp>
        <p:sp>
          <p:nvSpPr>
            <p:cNvPr id="52264" name="Oval 40">
              <a:extLst>
                <a:ext uri="{FF2B5EF4-FFF2-40B4-BE49-F238E27FC236}">
                  <a16:creationId xmlns:a16="http://schemas.microsoft.com/office/drawing/2014/main" id="{84498134-C177-6A8F-2947-3B69ACFC4E2B}"/>
                </a:ext>
              </a:extLst>
            </p:cNvPr>
            <p:cNvSpPr>
              <a:spLocks noChangeArrowheads="1"/>
            </p:cNvSpPr>
            <p:nvPr/>
          </p:nvSpPr>
          <p:spPr bwMode="auto">
            <a:xfrm>
              <a:off x="3888" y="244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JJ</a:t>
              </a:r>
            </a:p>
          </p:txBody>
        </p:sp>
        <p:sp>
          <p:nvSpPr>
            <p:cNvPr id="52265" name="Oval 41">
              <a:extLst>
                <a:ext uri="{FF2B5EF4-FFF2-40B4-BE49-F238E27FC236}">
                  <a16:creationId xmlns:a16="http://schemas.microsoft.com/office/drawing/2014/main" id="{05697517-9043-30F2-E11D-28B1CDD79F91}"/>
                </a:ext>
              </a:extLst>
            </p:cNvPr>
            <p:cNvSpPr>
              <a:spLocks noChangeArrowheads="1"/>
            </p:cNvSpPr>
            <p:nvPr/>
          </p:nvSpPr>
          <p:spPr bwMode="auto">
            <a:xfrm>
              <a:off x="3264" y="240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KK</a:t>
              </a:r>
            </a:p>
          </p:txBody>
        </p:sp>
        <p:sp>
          <p:nvSpPr>
            <p:cNvPr id="52266" name="Oval 42">
              <a:extLst>
                <a:ext uri="{FF2B5EF4-FFF2-40B4-BE49-F238E27FC236}">
                  <a16:creationId xmlns:a16="http://schemas.microsoft.com/office/drawing/2014/main" id="{D10D7AA0-5E43-0826-8B95-5A322467183D}"/>
                </a:ext>
              </a:extLst>
            </p:cNvPr>
            <p:cNvSpPr>
              <a:spLocks noChangeArrowheads="1"/>
            </p:cNvSpPr>
            <p:nvPr/>
          </p:nvSpPr>
          <p:spPr bwMode="auto">
            <a:xfrm>
              <a:off x="288" y="302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LL</a:t>
              </a:r>
            </a:p>
          </p:txBody>
        </p:sp>
        <p:sp>
          <p:nvSpPr>
            <p:cNvPr id="52267" name="Oval 43">
              <a:extLst>
                <a:ext uri="{FF2B5EF4-FFF2-40B4-BE49-F238E27FC236}">
                  <a16:creationId xmlns:a16="http://schemas.microsoft.com/office/drawing/2014/main" id="{C99823AE-8562-924B-7977-67A1484D2A18}"/>
                </a:ext>
              </a:extLst>
            </p:cNvPr>
            <p:cNvSpPr>
              <a:spLocks noChangeArrowheads="1"/>
            </p:cNvSpPr>
            <p:nvPr/>
          </p:nvSpPr>
          <p:spPr bwMode="auto">
            <a:xfrm>
              <a:off x="1248"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MM</a:t>
              </a:r>
            </a:p>
          </p:txBody>
        </p:sp>
        <p:sp>
          <p:nvSpPr>
            <p:cNvPr id="52268" name="Oval 44">
              <a:extLst>
                <a:ext uri="{FF2B5EF4-FFF2-40B4-BE49-F238E27FC236}">
                  <a16:creationId xmlns:a16="http://schemas.microsoft.com/office/drawing/2014/main" id="{11A44A0D-DBA7-89FE-C754-C921F343E3BB}"/>
                </a:ext>
              </a:extLst>
            </p:cNvPr>
            <p:cNvSpPr>
              <a:spLocks noChangeArrowheads="1"/>
            </p:cNvSpPr>
            <p:nvPr/>
          </p:nvSpPr>
          <p:spPr bwMode="auto">
            <a:xfrm>
              <a:off x="480" y="244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NN</a:t>
              </a:r>
            </a:p>
          </p:txBody>
        </p:sp>
        <p:sp>
          <p:nvSpPr>
            <p:cNvPr id="52269" name="Oval 45">
              <a:extLst>
                <a:ext uri="{FF2B5EF4-FFF2-40B4-BE49-F238E27FC236}">
                  <a16:creationId xmlns:a16="http://schemas.microsoft.com/office/drawing/2014/main" id="{B87FE25A-1188-AE6F-B3BC-C591281C739A}"/>
                </a:ext>
              </a:extLst>
            </p:cNvPr>
            <p:cNvSpPr>
              <a:spLocks noChangeArrowheads="1"/>
            </p:cNvSpPr>
            <p:nvPr/>
          </p:nvSpPr>
          <p:spPr bwMode="auto">
            <a:xfrm>
              <a:off x="4368" y="254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OO</a:t>
              </a:r>
            </a:p>
          </p:txBody>
        </p:sp>
        <p:sp>
          <p:nvSpPr>
            <p:cNvPr id="52270" name="Oval 46">
              <a:extLst>
                <a:ext uri="{FF2B5EF4-FFF2-40B4-BE49-F238E27FC236}">
                  <a16:creationId xmlns:a16="http://schemas.microsoft.com/office/drawing/2014/main" id="{9421DDEA-D128-9E3C-679B-B005AB06DCB1}"/>
                </a:ext>
              </a:extLst>
            </p:cNvPr>
            <p:cNvSpPr>
              <a:spLocks noChangeArrowheads="1"/>
            </p:cNvSpPr>
            <p:nvPr/>
          </p:nvSpPr>
          <p:spPr bwMode="auto">
            <a:xfrm>
              <a:off x="4320" y="29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PP</a:t>
              </a:r>
            </a:p>
          </p:txBody>
        </p:sp>
        <p:sp>
          <p:nvSpPr>
            <p:cNvPr id="52271" name="Oval 47">
              <a:extLst>
                <a:ext uri="{FF2B5EF4-FFF2-40B4-BE49-F238E27FC236}">
                  <a16:creationId xmlns:a16="http://schemas.microsoft.com/office/drawing/2014/main" id="{9D7AF7DA-BD6D-B72A-24E0-BBCEAB4DB33F}"/>
                </a:ext>
              </a:extLst>
            </p:cNvPr>
            <p:cNvSpPr>
              <a:spLocks noChangeArrowheads="1"/>
            </p:cNvSpPr>
            <p:nvPr/>
          </p:nvSpPr>
          <p:spPr bwMode="auto">
            <a:xfrm>
              <a:off x="4032" y="27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QQ</a:t>
              </a:r>
            </a:p>
          </p:txBody>
        </p:sp>
        <p:sp>
          <p:nvSpPr>
            <p:cNvPr id="52272" name="Oval 48">
              <a:extLst>
                <a:ext uri="{FF2B5EF4-FFF2-40B4-BE49-F238E27FC236}">
                  <a16:creationId xmlns:a16="http://schemas.microsoft.com/office/drawing/2014/main" id="{606D8301-B972-E1D3-DF82-B629BF46D515}"/>
                </a:ext>
              </a:extLst>
            </p:cNvPr>
            <p:cNvSpPr>
              <a:spLocks noChangeArrowheads="1"/>
            </p:cNvSpPr>
            <p:nvPr/>
          </p:nvSpPr>
          <p:spPr bwMode="auto">
            <a:xfrm>
              <a:off x="3456"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RR</a:t>
              </a:r>
            </a:p>
          </p:txBody>
        </p:sp>
        <p:sp>
          <p:nvSpPr>
            <p:cNvPr id="52273" name="Oval 49">
              <a:extLst>
                <a:ext uri="{FF2B5EF4-FFF2-40B4-BE49-F238E27FC236}">
                  <a16:creationId xmlns:a16="http://schemas.microsoft.com/office/drawing/2014/main" id="{27D4FA99-6170-89E3-6854-B09A114756EC}"/>
                </a:ext>
              </a:extLst>
            </p:cNvPr>
            <p:cNvSpPr>
              <a:spLocks noChangeArrowheads="1"/>
            </p:cNvSpPr>
            <p:nvPr/>
          </p:nvSpPr>
          <p:spPr bwMode="auto">
            <a:xfrm>
              <a:off x="3648" y="345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SS</a:t>
              </a:r>
            </a:p>
          </p:txBody>
        </p:sp>
        <p:sp>
          <p:nvSpPr>
            <p:cNvPr id="52274" name="Oval 50">
              <a:extLst>
                <a:ext uri="{FF2B5EF4-FFF2-40B4-BE49-F238E27FC236}">
                  <a16:creationId xmlns:a16="http://schemas.microsoft.com/office/drawing/2014/main" id="{C4C468E6-FF28-E93D-D261-DF9522BC5079}"/>
                </a:ext>
              </a:extLst>
            </p:cNvPr>
            <p:cNvSpPr>
              <a:spLocks noChangeArrowheads="1"/>
            </p:cNvSpPr>
            <p:nvPr/>
          </p:nvSpPr>
          <p:spPr bwMode="auto">
            <a:xfrm>
              <a:off x="3600" y="27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TT</a:t>
              </a:r>
            </a:p>
          </p:txBody>
        </p:sp>
        <p:sp>
          <p:nvSpPr>
            <p:cNvPr id="52275" name="Oval 51">
              <a:extLst>
                <a:ext uri="{FF2B5EF4-FFF2-40B4-BE49-F238E27FC236}">
                  <a16:creationId xmlns:a16="http://schemas.microsoft.com/office/drawing/2014/main" id="{6F043341-D6A5-D0F5-683C-27FAB003095A}"/>
                </a:ext>
              </a:extLst>
            </p:cNvPr>
            <p:cNvSpPr>
              <a:spLocks noChangeArrowheads="1"/>
            </p:cNvSpPr>
            <p:nvPr/>
          </p:nvSpPr>
          <p:spPr bwMode="auto">
            <a:xfrm>
              <a:off x="3936" y="364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UU</a:t>
              </a:r>
            </a:p>
          </p:txBody>
        </p:sp>
        <p:sp>
          <p:nvSpPr>
            <p:cNvPr id="52276" name="Oval 52">
              <a:extLst>
                <a:ext uri="{FF2B5EF4-FFF2-40B4-BE49-F238E27FC236}">
                  <a16:creationId xmlns:a16="http://schemas.microsoft.com/office/drawing/2014/main" id="{4832B256-C1BB-2B9D-AFD8-1F3FD18BBA5C}"/>
                </a:ext>
              </a:extLst>
            </p:cNvPr>
            <p:cNvSpPr>
              <a:spLocks noChangeArrowheads="1"/>
            </p:cNvSpPr>
            <p:nvPr/>
          </p:nvSpPr>
          <p:spPr bwMode="auto">
            <a:xfrm>
              <a:off x="3984" y="211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VV</a:t>
              </a:r>
            </a:p>
          </p:txBody>
        </p:sp>
        <p:sp>
          <p:nvSpPr>
            <p:cNvPr id="52277" name="Oval 53">
              <a:extLst>
                <a:ext uri="{FF2B5EF4-FFF2-40B4-BE49-F238E27FC236}">
                  <a16:creationId xmlns:a16="http://schemas.microsoft.com/office/drawing/2014/main" id="{0937B8E9-C4F3-6405-56B3-F77F60846D3E}"/>
                </a:ext>
              </a:extLst>
            </p:cNvPr>
            <p:cNvSpPr>
              <a:spLocks noChangeArrowheads="1"/>
            </p:cNvSpPr>
            <p:nvPr/>
          </p:nvSpPr>
          <p:spPr bwMode="auto">
            <a:xfrm>
              <a:off x="4416" y="350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WW</a:t>
              </a:r>
            </a:p>
          </p:txBody>
        </p:sp>
        <p:sp>
          <p:nvSpPr>
            <p:cNvPr id="52278" name="Oval 54">
              <a:extLst>
                <a:ext uri="{FF2B5EF4-FFF2-40B4-BE49-F238E27FC236}">
                  <a16:creationId xmlns:a16="http://schemas.microsoft.com/office/drawing/2014/main" id="{C8576635-D1DE-7E9E-BBAC-F17A262131A3}"/>
                </a:ext>
              </a:extLst>
            </p:cNvPr>
            <p:cNvSpPr>
              <a:spLocks noChangeArrowheads="1"/>
            </p:cNvSpPr>
            <p:nvPr/>
          </p:nvSpPr>
          <p:spPr bwMode="auto">
            <a:xfrm>
              <a:off x="3936"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XX</a:t>
              </a:r>
            </a:p>
          </p:txBody>
        </p:sp>
        <p:sp>
          <p:nvSpPr>
            <p:cNvPr id="52279" name="Oval 55">
              <a:extLst>
                <a:ext uri="{FF2B5EF4-FFF2-40B4-BE49-F238E27FC236}">
                  <a16:creationId xmlns:a16="http://schemas.microsoft.com/office/drawing/2014/main" id="{38E60EA9-B8A3-7BAB-7066-4052EE26DB28}"/>
                </a:ext>
              </a:extLst>
            </p:cNvPr>
            <p:cNvSpPr>
              <a:spLocks noChangeArrowheads="1"/>
            </p:cNvSpPr>
            <p:nvPr/>
          </p:nvSpPr>
          <p:spPr bwMode="auto">
            <a:xfrm>
              <a:off x="3552" y="220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YY</a:t>
              </a:r>
            </a:p>
          </p:txBody>
        </p:sp>
        <p:sp>
          <p:nvSpPr>
            <p:cNvPr id="52280" name="Oval 56">
              <a:extLst>
                <a:ext uri="{FF2B5EF4-FFF2-40B4-BE49-F238E27FC236}">
                  <a16:creationId xmlns:a16="http://schemas.microsoft.com/office/drawing/2014/main" id="{E8D09C0B-90F6-40AF-9B03-9F1325B76BF4}"/>
                </a:ext>
              </a:extLst>
            </p:cNvPr>
            <p:cNvSpPr>
              <a:spLocks noChangeArrowheads="1"/>
            </p:cNvSpPr>
            <p:nvPr/>
          </p:nvSpPr>
          <p:spPr bwMode="auto">
            <a:xfrm>
              <a:off x="4752" y="29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ZZ</a:t>
              </a:r>
            </a:p>
          </p:txBody>
        </p:sp>
        <p:sp>
          <p:nvSpPr>
            <p:cNvPr id="52281" name="Oval 57">
              <a:extLst>
                <a:ext uri="{FF2B5EF4-FFF2-40B4-BE49-F238E27FC236}">
                  <a16:creationId xmlns:a16="http://schemas.microsoft.com/office/drawing/2014/main" id="{C5BF548E-5552-BC92-E1CC-B90616E6D0EF}"/>
                </a:ext>
              </a:extLst>
            </p:cNvPr>
            <p:cNvSpPr>
              <a:spLocks noChangeArrowheads="1"/>
            </p:cNvSpPr>
            <p:nvPr/>
          </p:nvSpPr>
          <p:spPr bwMode="auto">
            <a:xfrm>
              <a:off x="1152" y="17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a</a:t>
              </a:r>
            </a:p>
          </p:txBody>
        </p:sp>
        <p:sp>
          <p:nvSpPr>
            <p:cNvPr id="52282" name="Oval 58">
              <a:extLst>
                <a:ext uri="{FF2B5EF4-FFF2-40B4-BE49-F238E27FC236}">
                  <a16:creationId xmlns:a16="http://schemas.microsoft.com/office/drawing/2014/main" id="{993FBE53-D6DF-7CF7-65A9-9E6DC4BD01F5}"/>
                </a:ext>
              </a:extLst>
            </p:cNvPr>
            <p:cNvSpPr>
              <a:spLocks noChangeArrowheads="1"/>
            </p:cNvSpPr>
            <p:nvPr/>
          </p:nvSpPr>
          <p:spPr bwMode="auto">
            <a:xfrm>
              <a:off x="768" y="379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b</a:t>
              </a:r>
            </a:p>
          </p:txBody>
        </p:sp>
        <p:sp>
          <p:nvSpPr>
            <p:cNvPr id="52283" name="Oval 59">
              <a:extLst>
                <a:ext uri="{FF2B5EF4-FFF2-40B4-BE49-F238E27FC236}">
                  <a16:creationId xmlns:a16="http://schemas.microsoft.com/office/drawing/2014/main" id="{26066047-C3A5-AE25-F860-EAC5672240CC}"/>
                </a:ext>
              </a:extLst>
            </p:cNvPr>
            <p:cNvSpPr>
              <a:spLocks noChangeArrowheads="1"/>
            </p:cNvSpPr>
            <p:nvPr/>
          </p:nvSpPr>
          <p:spPr bwMode="auto">
            <a:xfrm>
              <a:off x="5184" y="192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c</a:t>
              </a:r>
            </a:p>
          </p:txBody>
        </p:sp>
        <p:sp>
          <p:nvSpPr>
            <p:cNvPr id="52284" name="Oval 60">
              <a:extLst>
                <a:ext uri="{FF2B5EF4-FFF2-40B4-BE49-F238E27FC236}">
                  <a16:creationId xmlns:a16="http://schemas.microsoft.com/office/drawing/2014/main" id="{5F1D76CC-C48B-4FC2-7E4A-7281EB4259F8}"/>
                </a:ext>
              </a:extLst>
            </p:cNvPr>
            <p:cNvSpPr>
              <a:spLocks noChangeArrowheads="1"/>
            </p:cNvSpPr>
            <p:nvPr/>
          </p:nvSpPr>
          <p:spPr bwMode="auto">
            <a:xfrm>
              <a:off x="480" y="350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d</a:t>
              </a:r>
            </a:p>
          </p:txBody>
        </p:sp>
        <p:sp>
          <p:nvSpPr>
            <p:cNvPr id="52285" name="Oval 61">
              <a:extLst>
                <a:ext uri="{FF2B5EF4-FFF2-40B4-BE49-F238E27FC236}">
                  <a16:creationId xmlns:a16="http://schemas.microsoft.com/office/drawing/2014/main" id="{7E46BC80-D7F3-31CF-BFD3-9038AE32E858}"/>
                </a:ext>
              </a:extLst>
            </p:cNvPr>
            <p:cNvSpPr>
              <a:spLocks noChangeArrowheads="1"/>
            </p:cNvSpPr>
            <p:nvPr/>
          </p:nvSpPr>
          <p:spPr bwMode="auto">
            <a:xfrm>
              <a:off x="2928" y="38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e</a:t>
              </a:r>
            </a:p>
          </p:txBody>
        </p:sp>
        <p:sp>
          <p:nvSpPr>
            <p:cNvPr id="52286" name="Oval 62">
              <a:extLst>
                <a:ext uri="{FF2B5EF4-FFF2-40B4-BE49-F238E27FC236}">
                  <a16:creationId xmlns:a16="http://schemas.microsoft.com/office/drawing/2014/main" id="{2F73F40C-58FB-4CE6-73A7-47B94B196139}"/>
                </a:ext>
              </a:extLst>
            </p:cNvPr>
            <p:cNvSpPr>
              <a:spLocks noChangeArrowheads="1"/>
            </p:cNvSpPr>
            <p:nvPr/>
          </p:nvSpPr>
          <p:spPr bwMode="auto">
            <a:xfrm>
              <a:off x="1824" y="29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f</a:t>
              </a:r>
            </a:p>
          </p:txBody>
        </p:sp>
        <p:sp>
          <p:nvSpPr>
            <p:cNvPr id="52287" name="Oval 63">
              <a:extLst>
                <a:ext uri="{FF2B5EF4-FFF2-40B4-BE49-F238E27FC236}">
                  <a16:creationId xmlns:a16="http://schemas.microsoft.com/office/drawing/2014/main" id="{718CFC51-0EFA-76B7-D3FB-429DF50BED5C}"/>
                </a:ext>
              </a:extLst>
            </p:cNvPr>
            <p:cNvSpPr>
              <a:spLocks noChangeArrowheads="1"/>
            </p:cNvSpPr>
            <p:nvPr/>
          </p:nvSpPr>
          <p:spPr bwMode="auto">
            <a:xfrm>
              <a:off x="5184" y="153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g</a:t>
              </a:r>
            </a:p>
          </p:txBody>
        </p:sp>
        <p:sp>
          <p:nvSpPr>
            <p:cNvPr id="52288" name="Oval 64">
              <a:extLst>
                <a:ext uri="{FF2B5EF4-FFF2-40B4-BE49-F238E27FC236}">
                  <a16:creationId xmlns:a16="http://schemas.microsoft.com/office/drawing/2014/main" id="{9874EF6D-5FC9-5571-7FF3-D2F9218F712C}"/>
                </a:ext>
              </a:extLst>
            </p:cNvPr>
            <p:cNvSpPr>
              <a:spLocks noChangeArrowheads="1"/>
            </p:cNvSpPr>
            <p:nvPr/>
          </p:nvSpPr>
          <p:spPr bwMode="auto">
            <a:xfrm>
              <a:off x="1248" y="240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h</a:t>
              </a:r>
            </a:p>
          </p:txBody>
        </p:sp>
        <p:sp>
          <p:nvSpPr>
            <p:cNvPr id="52289" name="Oval 65">
              <a:extLst>
                <a:ext uri="{FF2B5EF4-FFF2-40B4-BE49-F238E27FC236}">
                  <a16:creationId xmlns:a16="http://schemas.microsoft.com/office/drawing/2014/main" id="{E83DABAF-7D34-B3B9-4006-814D091DD0C9}"/>
                </a:ext>
              </a:extLst>
            </p:cNvPr>
            <p:cNvSpPr>
              <a:spLocks noChangeArrowheads="1"/>
            </p:cNvSpPr>
            <p:nvPr/>
          </p:nvSpPr>
          <p:spPr bwMode="auto">
            <a:xfrm>
              <a:off x="1536" y="168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h</a:t>
              </a:r>
            </a:p>
          </p:txBody>
        </p:sp>
        <p:sp>
          <p:nvSpPr>
            <p:cNvPr id="52290" name="Oval 66">
              <a:extLst>
                <a:ext uri="{FF2B5EF4-FFF2-40B4-BE49-F238E27FC236}">
                  <a16:creationId xmlns:a16="http://schemas.microsoft.com/office/drawing/2014/main" id="{086B2C1C-827F-5CE0-9E8E-F272D53052D9}"/>
                </a:ext>
              </a:extLst>
            </p:cNvPr>
            <p:cNvSpPr>
              <a:spLocks noChangeArrowheads="1"/>
            </p:cNvSpPr>
            <p:nvPr/>
          </p:nvSpPr>
          <p:spPr bwMode="auto">
            <a:xfrm>
              <a:off x="4368" y="38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j</a:t>
              </a:r>
            </a:p>
          </p:txBody>
        </p:sp>
        <p:sp>
          <p:nvSpPr>
            <p:cNvPr id="52291" name="Oval 67">
              <a:extLst>
                <a:ext uri="{FF2B5EF4-FFF2-40B4-BE49-F238E27FC236}">
                  <a16:creationId xmlns:a16="http://schemas.microsoft.com/office/drawing/2014/main" id="{F792F35F-9B91-A7E9-925F-0189FF14BCBF}"/>
                </a:ext>
              </a:extLst>
            </p:cNvPr>
            <p:cNvSpPr>
              <a:spLocks noChangeArrowheads="1"/>
            </p:cNvSpPr>
            <p:nvPr/>
          </p:nvSpPr>
          <p:spPr bwMode="auto">
            <a:xfrm>
              <a:off x="5040" y="249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k</a:t>
              </a:r>
            </a:p>
          </p:txBody>
        </p:sp>
        <p:sp>
          <p:nvSpPr>
            <p:cNvPr id="52292" name="Oval 68">
              <a:extLst>
                <a:ext uri="{FF2B5EF4-FFF2-40B4-BE49-F238E27FC236}">
                  <a16:creationId xmlns:a16="http://schemas.microsoft.com/office/drawing/2014/main" id="{A2816C52-C4EE-B2C0-DB13-26330913492A}"/>
                </a:ext>
              </a:extLst>
            </p:cNvPr>
            <p:cNvSpPr>
              <a:spLocks noChangeArrowheads="1"/>
            </p:cNvSpPr>
            <p:nvPr/>
          </p:nvSpPr>
          <p:spPr bwMode="auto">
            <a:xfrm>
              <a:off x="2976" y="15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l</a:t>
              </a:r>
            </a:p>
          </p:txBody>
        </p:sp>
        <p:sp>
          <p:nvSpPr>
            <p:cNvPr id="52293" name="Oval 69">
              <a:extLst>
                <a:ext uri="{FF2B5EF4-FFF2-40B4-BE49-F238E27FC236}">
                  <a16:creationId xmlns:a16="http://schemas.microsoft.com/office/drawing/2014/main" id="{99822BD0-8A17-BB5E-CCC2-6F74F2996B61}"/>
                </a:ext>
              </a:extLst>
            </p:cNvPr>
            <p:cNvSpPr>
              <a:spLocks noChangeArrowheads="1"/>
            </p:cNvSpPr>
            <p:nvPr/>
          </p:nvSpPr>
          <p:spPr bwMode="auto">
            <a:xfrm>
              <a:off x="4752" y="235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m</a:t>
              </a:r>
            </a:p>
          </p:txBody>
        </p:sp>
        <p:sp>
          <p:nvSpPr>
            <p:cNvPr id="52294" name="Oval 70">
              <a:extLst>
                <a:ext uri="{FF2B5EF4-FFF2-40B4-BE49-F238E27FC236}">
                  <a16:creationId xmlns:a16="http://schemas.microsoft.com/office/drawing/2014/main" id="{33D8D773-FF81-CC40-BA44-3CAE9332BBCB}"/>
                </a:ext>
              </a:extLst>
            </p:cNvPr>
            <p:cNvSpPr>
              <a:spLocks noChangeArrowheads="1"/>
            </p:cNvSpPr>
            <p:nvPr/>
          </p:nvSpPr>
          <p:spPr bwMode="auto">
            <a:xfrm>
              <a:off x="4416" y="20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n</a:t>
              </a:r>
            </a:p>
          </p:txBody>
        </p:sp>
        <p:sp>
          <p:nvSpPr>
            <p:cNvPr id="52295" name="Oval 71">
              <a:extLst>
                <a:ext uri="{FF2B5EF4-FFF2-40B4-BE49-F238E27FC236}">
                  <a16:creationId xmlns:a16="http://schemas.microsoft.com/office/drawing/2014/main" id="{052F8585-0BF8-32CE-5443-3F5A9F48B7B6}"/>
                </a:ext>
              </a:extLst>
            </p:cNvPr>
            <p:cNvSpPr>
              <a:spLocks noChangeArrowheads="1"/>
            </p:cNvSpPr>
            <p:nvPr/>
          </p:nvSpPr>
          <p:spPr bwMode="auto">
            <a:xfrm>
              <a:off x="4800" y="196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o</a:t>
              </a:r>
            </a:p>
          </p:txBody>
        </p:sp>
        <p:sp>
          <p:nvSpPr>
            <p:cNvPr id="52296" name="Oval 72">
              <a:extLst>
                <a:ext uri="{FF2B5EF4-FFF2-40B4-BE49-F238E27FC236}">
                  <a16:creationId xmlns:a16="http://schemas.microsoft.com/office/drawing/2014/main" id="{F4B64FF4-BCFB-9080-4C18-11C84B1A5FDB}"/>
                </a:ext>
              </a:extLst>
            </p:cNvPr>
            <p:cNvSpPr>
              <a:spLocks noChangeArrowheads="1"/>
            </p:cNvSpPr>
            <p:nvPr/>
          </p:nvSpPr>
          <p:spPr bwMode="auto">
            <a:xfrm>
              <a:off x="2928" y="230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p</a:t>
              </a:r>
            </a:p>
          </p:txBody>
        </p:sp>
        <p:sp>
          <p:nvSpPr>
            <p:cNvPr id="52297" name="Oval 73">
              <a:extLst>
                <a:ext uri="{FF2B5EF4-FFF2-40B4-BE49-F238E27FC236}">
                  <a16:creationId xmlns:a16="http://schemas.microsoft.com/office/drawing/2014/main" id="{B9C185F7-B4C8-05E3-00CA-E2BDB1B0CD32}"/>
                </a:ext>
              </a:extLst>
            </p:cNvPr>
            <p:cNvSpPr>
              <a:spLocks noChangeArrowheads="1"/>
            </p:cNvSpPr>
            <p:nvPr/>
          </p:nvSpPr>
          <p:spPr bwMode="auto">
            <a:xfrm>
              <a:off x="2736" y="192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q</a:t>
              </a:r>
            </a:p>
          </p:txBody>
        </p:sp>
        <p:sp>
          <p:nvSpPr>
            <p:cNvPr id="52298" name="Oval 74">
              <a:extLst>
                <a:ext uri="{FF2B5EF4-FFF2-40B4-BE49-F238E27FC236}">
                  <a16:creationId xmlns:a16="http://schemas.microsoft.com/office/drawing/2014/main" id="{4DFCA845-94DD-C54A-967F-87585D6D6E54}"/>
                </a:ext>
              </a:extLst>
            </p:cNvPr>
            <p:cNvSpPr>
              <a:spLocks noChangeArrowheads="1"/>
            </p:cNvSpPr>
            <p:nvPr/>
          </p:nvSpPr>
          <p:spPr bwMode="auto">
            <a:xfrm>
              <a:off x="5232" y="331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r</a:t>
              </a:r>
            </a:p>
          </p:txBody>
        </p:sp>
        <p:sp>
          <p:nvSpPr>
            <p:cNvPr id="52299" name="Oval 75">
              <a:extLst>
                <a:ext uri="{FF2B5EF4-FFF2-40B4-BE49-F238E27FC236}">
                  <a16:creationId xmlns:a16="http://schemas.microsoft.com/office/drawing/2014/main" id="{86163AF3-32C3-3424-7D5C-367979682D0E}"/>
                </a:ext>
              </a:extLst>
            </p:cNvPr>
            <p:cNvSpPr>
              <a:spLocks noChangeArrowheads="1"/>
            </p:cNvSpPr>
            <p:nvPr/>
          </p:nvSpPr>
          <p:spPr bwMode="auto">
            <a:xfrm>
              <a:off x="3552" y="374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s</a:t>
              </a:r>
            </a:p>
          </p:txBody>
        </p:sp>
        <p:sp>
          <p:nvSpPr>
            <p:cNvPr id="52300" name="Oval 76">
              <a:extLst>
                <a:ext uri="{FF2B5EF4-FFF2-40B4-BE49-F238E27FC236}">
                  <a16:creationId xmlns:a16="http://schemas.microsoft.com/office/drawing/2014/main" id="{DFA455E9-779C-B619-8601-41B0ED48F543}"/>
                </a:ext>
              </a:extLst>
            </p:cNvPr>
            <p:cNvSpPr>
              <a:spLocks noChangeArrowheads="1"/>
            </p:cNvSpPr>
            <p:nvPr/>
          </p:nvSpPr>
          <p:spPr bwMode="auto">
            <a:xfrm>
              <a:off x="1584" y="26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t</a:t>
              </a:r>
            </a:p>
          </p:txBody>
        </p:sp>
        <p:sp>
          <p:nvSpPr>
            <p:cNvPr id="52301" name="Oval 77">
              <a:extLst>
                <a:ext uri="{FF2B5EF4-FFF2-40B4-BE49-F238E27FC236}">
                  <a16:creationId xmlns:a16="http://schemas.microsoft.com/office/drawing/2014/main" id="{1D53D6B1-5E88-B270-C139-CE9EDDB562BE}"/>
                </a:ext>
              </a:extLst>
            </p:cNvPr>
            <p:cNvSpPr>
              <a:spLocks noChangeArrowheads="1"/>
            </p:cNvSpPr>
            <p:nvPr/>
          </p:nvSpPr>
          <p:spPr bwMode="auto">
            <a:xfrm>
              <a:off x="2688" y="345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u</a:t>
              </a:r>
            </a:p>
          </p:txBody>
        </p:sp>
        <p:sp>
          <p:nvSpPr>
            <p:cNvPr id="52302" name="Oval 78">
              <a:extLst>
                <a:ext uri="{FF2B5EF4-FFF2-40B4-BE49-F238E27FC236}">
                  <a16:creationId xmlns:a16="http://schemas.microsoft.com/office/drawing/2014/main" id="{6BE30CBA-ADDB-186E-722B-A6F29C724C70}"/>
                </a:ext>
              </a:extLst>
            </p:cNvPr>
            <p:cNvSpPr>
              <a:spLocks noChangeArrowheads="1"/>
            </p:cNvSpPr>
            <p:nvPr/>
          </p:nvSpPr>
          <p:spPr bwMode="auto">
            <a:xfrm>
              <a:off x="4944" y="369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v</a:t>
              </a:r>
            </a:p>
          </p:txBody>
        </p:sp>
        <p:sp>
          <p:nvSpPr>
            <p:cNvPr id="52303" name="Oval 79">
              <a:extLst>
                <a:ext uri="{FF2B5EF4-FFF2-40B4-BE49-F238E27FC236}">
                  <a16:creationId xmlns:a16="http://schemas.microsoft.com/office/drawing/2014/main" id="{28D31955-3978-F3D3-6378-B3D4C882F17F}"/>
                </a:ext>
              </a:extLst>
            </p:cNvPr>
            <p:cNvSpPr>
              <a:spLocks noChangeArrowheads="1"/>
            </p:cNvSpPr>
            <p:nvPr/>
          </p:nvSpPr>
          <p:spPr bwMode="auto">
            <a:xfrm>
              <a:off x="3216" y="360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w</a:t>
              </a:r>
            </a:p>
          </p:txBody>
        </p:sp>
        <p:sp>
          <p:nvSpPr>
            <p:cNvPr id="52304" name="Oval 80">
              <a:extLst>
                <a:ext uri="{FF2B5EF4-FFF2-40B4-BE49-F238E27FC236}">
                  <a16:creationId xmlns:a16="http://schemas.microsoft.com/office/drawing/2014/main" id="{72C515AD-4F71-0415-AB2B-7081E24DF063}"/>
                </a:ext>
              </a:extLst>
            </p:cNvPr>
            <p:cNvSpPr>
              <a:spLocks noChangeArrowheads="1"/>
            </p:cNvSpPr>
            <p:nvPr/>
          </p:nvSpPr>
          <p:spPr bwMode="auto">
            <a:xfrm>
              <a:off x="4656" y="326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x</a:t>
              </a:r>
            </a:p>
          </p:txBody>
        </p:sp>
        <p:sp>
          <p:nvSpPr>
            <p:cNvPr id="52305" name="Oval 81">
              <a:extLst>
                <a:ext uri="{FF2B5EF4-FFF2-40B4-BE49-F238E27FC236}">
                  <a16:creationId xmlns:a16="http://schemas.microsoft.com/office/drawing/2014/main" id="{9D8BBDA9-ADB2-2337-3983-4379A53B3D5C}"/>
                </a:ext>
              </a:extLst>
            </p:cNvPr>
            <p:cNvSpPr>
              <a:spLocks noChangeArrowheads="1"/>
            </p:cNvSpPr>
            <p:nvPr/>
          </p:nvSpPr>
          <p:spPr bwMode="auto">
            <a:xfrm>
              <a:off x="1536" y="345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y</a:t>
              </a:r>
            </a:p>
          </p:txBody>
        </p:sp>
        <p:sp>
          <p:nvSpPr>
            <p:cNvPr id="52306" name="Oval 82">
              <a:extLst>
                <a:ext uri="{FF2B5EF4-FFF2-40B4-BE49-F238E27FC236}">
                  <a16:creationId xmlns:a16="http://schemas.microsoft.com/office/drawing/2014/main" id="{3D12748A-E7FF-6AEC-9AB5-E852F2EED7D6}"/>
                </a:ext>
              </a:extLst>
            </p:cNvPr>
            <p:cNvSpPr>
              <a:spLocks noChangeArrowheads="1"/>
            </p:cNvSpPr>
            <p:nvPr/>
          </p:nvSpPr>
          <p:spPr bwMode="auto">
            <a:xfrm>
              <a:off x="1104" y="355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z</a:t>
              </a:r>
            </a:p>
          </p:txBody>
        </p:sp>
      </p:grpSp>
      <p:sp>
        <p:nvSpPr>
          <p:cNvPr id="52404" name="Freeform 180">
            <a:extLst>
              <a:ext uri="{FF2B5EF4-FFF2-40B4-BE49-F238E27FC236}">
                <a16:creationId xmlns:a16="http://schemas.microsoft.com/office/drawing/2014/main" id="{D7BA5232-07C5-7CE4-E083-A6235CB3832C}"/>
              </a:ext>
            </a:extLst>
          </p:cNvPr>
          <p:cNvSpPr>
            <a:spLocks/>
          </p:cNvSpPr>
          <p:nvPr/>
        </p:nvSpPr>
        <p:spPr bwMode="auto">
          <a:xfrm>
            <a:off x="1447800" y="2565400"/>
            <a:ext cx="2438400" cy="1524000"/>
          </a:xfrm>
          <a:custGeom>
            <a:avLst/>
            <a:gdLst>
              <a:gd name="T0" fmla="*/ 0 w 1536"/>
              <a:gd name="T1" fmla="*/ 0 h 960"/>
              <a:gd name="T2" fmla="*/ 840 w 1536"/>
              <a:gd name="T3" fmla="*/ 189 h 960"/>
              <a:gd name="T4" fmla="*/ 1536 w 1536"/>
              <a:gd name="T5" fmla="*/ 960 h 960"/>
            </a:gdLst>
            <a:ahLst/>
            <a:cxnLst>
              <a:cxn ang="0">
                <a:pos x="T0" y="T1"/>
              </a:cxn>
              <a:cxn ang="0">
                <a:pos x="T2" y="T3"/>
              </a:cxn>
              <a:cxn ang="0">
                <a:pos x="T4" y="T5"/>
              </a:cxn>
            </a:cxnLst>
            <a:rect l="0" t="0" r="r" b="b"/>
            <a:pathLst>
              <a:path w="1536" h="960">
                <a:moveTo>
                  <a:pt x="0" y="0"/>
                </a:moveTo>
                <a:cubicBezTo>
                  <a:pt x="140" y="31"/>
                  <a:pt x="584" y="29"/>
                  <a:pt x="840" y="189"/>
                </a:cubicBezTo>
                <a:cubicBezTo>
                  <a:pt x="1096" y="349"/>
                  <a:pt x="1391" y="800"/>
                  <a:pt x="1536" y="96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5" name="Freeform 181">
            <a:extLst>
              <a:ext uri="{FF2B5EF4-FFF2-40B4-BE49-F238E27FC236}">
                <a16:creationId xmlns:a16="http://schemas.microsoft.com/office/drawing/2014/main" id="{364BD213-DFA4-CE5A-CB6A-7FC008C0923F}"/>
              </a:ext>
            </a:extLst>
          </p:cNvPr>
          <p:cNvSpPr>
            <a:spLocks/>
          </p:cNvSpPr>
          <p:nvPr/>
        </p:nvSpPr>
        <p:spPr bwMode="auto">
          <a:xfrm>
            <a:off x="2278063" y="3632200"/>
            <a:ext cx="3549650" cy="1382713"/>
          </a:xfrm>
          <a:custGeom>
            <a:avLst/>
            <a:gdLst>
              <a:gd name="T0" fmla="*/ 0 w 2236"/>
              <a:gd name="T1" fmla="*/ 863 h 871"/>
              <a:gd name="T2" fmla="*/ 437 w 2236"/>
              <a:gd name="T3" fmla="*/ 576 h 871"/>
              <a:gd name="T4" fmla="*/ 1940 w 2236"/>
              <a:gd name="T5" fmla="*/ 775 h 871"/>
              <a:gd name="T6" fmla="*/ 2213 w 2236"/>
              <a:gd name="T7" fmla="*/ 0 h 871"/>
            </a:gdLst>
            <a:ahLst/>
            <a:cxnLst>
              <a:cxn ang="0">
                <a:pos x="T0" y="T1"/>
              </a:cxn>
              <a:cxn ang="0">
                <a:pos x="T2" y="T3"/>
              </a:cxn>
              <a:cxn ang="0">
                <a:pos x="T4" y="T5"/>
              </a:cxn>
              <a:cxn ang="0">
                <a:pos x="T6" y="T7"/>
              </a:cxn>
            </a:cxnLst>
            <a:rect l="0" t="0" r="r" b="b"/>
            <a:pathLst>
              <a:path w="2236" h="871">
                <a:moveTo>
                  <a:pt x="0" y="863"/>
                </a:moveTo>
                <a:cubicBezTo>
                  <a:pt x="73" y="814"/>
                  <a:pt x="114" y="591"/>
                  <a:pt x="437" y="576"/>
                </a:cubicBezTo>
                <a:cubicBezTo>
                  <a:pt x="760" y="561"/>
                  <a:pt x="1644" y="871"/>
                  <a:pt x="1940" y="775"/>
                </a:cubicBezTo>
                <a:cubicBezTo>
                  <a:pt x="2236" y="679"/>
                  <a:pt x="2156" y="161"/>
                  <a:pt x="2213" y="0"/>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6" name="Freeform 182">
            <a:extLst>
              <a:ext uri="{FF2B5EF4-FFF2-40B4-BE49-F238E27FC236}">
                <a16:creationId xmlns:a16="http://schemas.microsoft.com/office/drawing/2014/main" id="{6C022870-693F-20B0-1E83-A05D6097E6C3}"/>
              </a:ext>
            </a:extLst>
          </p:cNvPr>
          <p:cNvSpPr>
            <a:spLocks/>
          </p:cNvSpPr>
          <p:nvPr/>
        </p:nvSpPr>
        <p:spPr bwMode="auto">
          <a:xfrm>
            <a:off x="3276600" y="3830638"/>
            <a:ext cx="2324100" cy="1652587"/>
          </a:xfrm>
          <a:custGeom>
            <a:avLst/>
            <a:gdLst>
              <a:gd name="T0" fmla="*/ 1464 w 1464"/>
              <a:gd name="T1" fmla="*/ 903 h 1041"/>
              <a:gd name="T2" fmla="*/ 1211 w 1464"/>
              <a:gd name="T3" fmla="*/ 1038 h 1041"/>
              <a:gd name="T4" fmla="*/ 852 w 1464"/>
              <a:gd name="T5" fmla="*/ 885 h 1041"/>
              <a:gd name="T6" fmla="*/ 682 w 1464"/>
              <a:gd name="T7" fmla="*/ 139 h 1041"/>
              <a:gd name="T8" fmla="*/ 0 w 1464"/>
              <a:gd name="T9" fmla="*/ 50 h 1041"/>
            </a:gdLst>
            <a:ahLst/>
            <a:cxnLst>
              <a:cxn ang="0">
                <a:pos x="T0" y="T1"/>
              </a:cxn>
              <a:cxn ang="0">
                <a:pos x="T2" y="T3"/>
              </a:cxn>
              <a:cxn ang="0">
                <a:pos x="T4" y="T5"/>
              </a:cxn>
              <a:cxn ang="0">
                <a:pos x="T6" y="T7"/>
              </a:cxn>
              <a:cxn ang="0">
                <a:pos x="T8" y="T9"/>
              </a:cxn>
            </a:cxnLst>
            <a:rect l="0" t="0" r="r" b="b"/>
            <a:pathLst>
              <a:path w="1464" h="1041">
                <a:moveTo>
                  <a:pt x="1464" y="903"/>
                </a:moveTo>
                <a:cubicBezTo>
                  <a:pt x="1423" y="925"/>
                  <a:pt x="1313" y="1041"/>
                  <a:pt x="1211" y="1038"/>
                </a:cubicBezTo>
                <a:cubicBezTo>
                  <a:pt x="1109" y="1035"/>
                  <a:pt x="940" y="1035"/>
                  <a:pt x="852" y="885"/>
                </a:cubicBezTo>
                <a:cubicBezTo>
                  <a:pt x="764" y="735"/>
                  <a:pt x="824" y="278"/>
                  <a:pt x="682" y="139"/>
                </a:cubicBezTo>
                <a:cubicBezTo>
                  <a:pt x="540" y="0"/>
                  <a:pt x="142" y="69"/>
                  <a:pt x="0" y="50"/>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7" name="Freeform 183">
            <a:extLst>
              <a:ext uri="{FF2B5EF4-FFF2-40B4-BE49-F238E27FC236}">
                <a16:creationId xmlns:a16="http://schemas.microsoft.com/office/drawing/2014/main" id="{E2F9FC87-ABEA-C321-5278-FE8456CE3C3A}"/>
              </a:ext>
            </a:extLst>
          </p:cNvPr>
          <p:cNvSpPr>
            <a:spLocks/>
          </p:cNvSpPr>
          <p:nvPr/>
        </p:nvSpPr>
        <p:spPr bwMode="auto">
          <a:xfrm>
            <a:off x="6383338" y="2581275"/>
            <a:ext cx="2171700" cy="2011363"/>
          </a:xfrm>
          <a:custGeom>
            <a:avLst/>
            <a:gdLst>
              <a:gd name="T0" fmla="*/ 0 w 1368"/>
              <a:gd name="T1" fmla="*/ 191 h 1267"/>
              <a:gd name="T2" fmla="*/ 523 w 1368"/>
              <a:gd name="T3" fmla="*/ 26 h 1267"/>
              <a:gd name="T4" fmla="*/ 1170 w 1368"/>
              <a:gd name="T5" fmla="*/ 350 h 1267"/>
              <a:gd name="T6" fmla="*/ 1252 w 1368"/>
              <a:gd name="T7" fmla="*/ 1131 h 1267"/>
              <a:gd name="T8" fmla="*/ 476 w 1368"/>
              <a:gd name="T9" fmla="*/ 1166 h 1267"/>
              <a:gd name="T10" fmla="*/ 312 w 1368"/>
              <a:gd name="T11" fmla="*/ 843 h 1267"/>
            </a:gdLst>
            <a:ahLst/>
            <a:cxnLst>
              <a:cxn ang="0">
                <a:pos x="T0" y="T1"/>
              </a:cxn>
              <a:cxn ang="0">
                <a:pos x="T2" y="T3"/>
              </a:cxn>
              <a:cxn ang="0">
                <a:pos x="T4" y="T5"/>
              </a:cxn>
              <a:cxn ang="0">
                <a:pos x="T6" y="T7"/>
              </a:cxn>
              <a:cxn ang="0">
                <a:pos x="T8" y="T9"/>
              </a:cxn>
              <a:cxn ang="0">
                <a:pos x="T10" y="T11"/>
              </a:cxn>
            </a:cxnLst>
            <a:rect l="0" t="0" r="r" b="b"/>
            <a:pathLst>
              <a:path w="1368" h="1267">
                <a:moveTo>
                  <a:pt x="0" y="191"/>
                </a:moveTo>
                <a:cubicBezTo>
                  <a:pt x="86" y="164"/>
                  <a:pt x="328" y="0"/>
                  <a:pt x="523" y="26"/>
                </a:cubicBezTo>
                <a:cubicBezTo>
                  <a:pt x="718" y="52"/>
                  <a:pt x="1049" y="166"/>
                  <a:pt x="1170" y="350"/>
                </a:cubicBezTo>
                <a:cubicBezTo>
                  <a:pt x="1291" y="534"/>
                  <a:pt x="1368" y="995"/>
                  <a:pt x="1252" y="1131"/>
                </a:cubicBezTo>
                <a:cubicBezTo>
                  <a:pt x="1136" y="1267"/>
                  <a:pt x="633" y="1214"/>
                  <a:pt x="476" y="1166"/>
                </a:cubicBezTo>
                <a:cubicBezTo>
                  <a:pt x="319" y="1118"/>
                  <a:pt x="346" y="910"/>
                  <a:pt x="312" y="843"/>
                </a:cubicBezTo>
              </a:path>
            </a:pathLst>
          </a:custGeom>
          <a:noFill/>
          <a:ln w="25400" cap="rnd">
            <a:solidFill>
              <a:srgbClr val="00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8" name="Freeform 184">
            <a:extLst>
              <a:ext uri="{FF2B5EF4-FFF2-40B4-BE49-F238E27FC236}">
                <a16:creationId xmlns:a16="http://schemas.microsoft.com/office/drawing/2014/main" id="{361ECFC0-3BB2-44DC-2CAA-DB894D84934D}"/>
              </a:ext>
            </a:extLst>
          </p:cNvPr>
          <p:cNvSpPr>
            <a:spLocks/>
          </p:cNvSpPr>
          <p:nvPr/>
        </p:nvSpPr>
        <p:spPr bwMode="auto">
          <a:xfrm>
            <a:off x="747713" y="2438400"/>
            <a:ext cx="3592512" cy="1873250"/>
          </a:xfrm>
          <a:custGeom>
            <a:avLst/>
            <a:gdLst>
              <a:gd name="T0" fmla="*/ 2263 w 2263"/>
              <a:gd name="T1" fmla="*/ 69 h 1180"/>
              <a:gd name="T2" fmla="*/ 1828 w 2263"/>
              <a:gd name="T3" fmla="*/ 46 h 1180"/>
              <a:gd name="T4" fmla="*/ 1475 w 2263"/>
              <a:gd name="T5" fmla="*/ 345 h 1180"/>
              <a:gd name="T6" fmla="*/ 1082 w 2263"/>
              <a:gd name="T7" fmla="*/ 416 h 1180"/>
              <a:gd name="T8" fmla="*/ 753 w 2263"/>
              <a:gd name="T9" fmla="*/ 833 h 1180"/>
              <a:gd name="T10" fmla="*/ 782 w 2263"/>
              <a:gd name="T11" fmla="*/ 1104 h 1180"/>
              <a:gd name="T12" fmla="*/ 1046 w 2263"/>
              <a:gd name="T13" fmla="*/ 1110 h 1180"/>
              <a:gd name="T14" fmla="*/ 1064 w 2263"/>
              <a:gd name="T15" fmla="*/ 686 h 1180"/>
              <a:gd name="T16" fmla="*/ 623 w 2263"/>
              <a:gd name="T17" fmla="*/ 469 h 1180"/>
              <a:gd name="T18" fmla="*/ 312 w 2263"/>
              <a:gd name="T19" fmla="*/ 1057 h 1180"/>
              <a:gd name="T20" fmla="*/ 0 w 2263"/>
              <a:gd name="T21" fmla="*/ 1145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63" h="1180">
                <a:moveTo>
                  <a:pt x="2263" y="69"/>
                </a:moveTo>
                <a:cubicBezTo>
                  <a:pt x="2191" y="65"/>
                  <a:pt x="1959" y="0"/>
                  <a:pt x="1828" y="46"/>
                </a:cubicBezTo>
                <a:cubicBezTo>
                  <a:pt x="1697" y="92"/>
                  <a:pt x="1599" y="283"/>
                  <a:pt x="1475" y="345"/>
                </a:cubicBezTo>
                <a:cubicBezTo>
                  <a:pt x="1351" y="407"/>
                  <a:pt x="1202" y="335"/>
                  <a:pt x="1082" y="416"/>
                </a:cubicBezTo>
                <a:cubicBezTo>
                  <a:pt x="962" y="497"/>
                  <a:pt x="803" y="718"/>
                  <a:pt x="753" y="833"/>
                </a:cubicBezTo>
                <a:cubicBezTo>
                  <a:pt x="703" y="948"/>
                  <a:pt x="733" y="1058"/>
                  <a:pt x="782" y="1104"/>
                </a:cubicBezTo>
                <a:cubicBezTo>
                  <a:pt x="831" y="1150"/>
                  <a:pt x="999" y="1180"/>
                  <a:pt x="1046" y="1110"/>
                </a:cubicBezTo>
                <a:cubicBezTo>
                  <a:pt x="1093" y="1040"/>
                  <a:pt x="1134" y="793"/>
                  <a:pt x="1064" y="686"/>
                </a:cubicBezTo>
                <a:cubicBezTo>
                  <a:pt x="994" y="579"/>
                  <a:pt x="748" y="407"/>
                  <a:pt x="623" y="469"/>
                </a:cubicBezTo>
                <a:cubicBezTo>
                  <a:pt x="498" y="531"/>
                  <a:pt x="416" y="944"/>
                  <a:pt x="312" y="1057"/>
                </a:cubicBezTo>
                <a:cubicBezTo>
                  <a:pt x="208" y="1170"/>
                  <a:pt x="65" y="1127"/>
                  <a:pt x="0" y="1145"/>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9" name="Freeform 185">
            <a:extLst>
              <a:ext uri="{FF2B5EF4-FFF2-40B4-BE49-F238E27FC236}">
                <a16:creationId xmlns:a16="http://schemas.microsoft.com/office/drawing/2014/main" id="{DBF58E87-6D45-4FBC-CDB3-3129BA8EA234}"/>
              </a:ext>
            </a:extLst>
          </p:cNvPr>
          <p:cNvSpPr>
            <a:spLocks/>
          </p:cNvSpPr>
          <p:nvPr/>
        </p:nvSpPr>
        <p:spPr bwMode="auto">
          <a:xfrm>
            <a:off x="1616075" y="4732338"/>
            <a:ext cx="2487613" cy="1744662"/>
          </a:xfrm>
          <a:custGeom>
            <a:avLst/>
            <a:gdLst>
              <a:gd name="T0" fmla="*/ 1286 w 1567"/>
              <a:gd name="T1" fmla="*/ 171 h 1099"/>
              <a:gd name="T2" fmla="*/ 1522 w 1567"/>
              <a:gd name="T3" fmla="*/ 911 h 1099"/>
              <a:gd name="T4" fmla="*/ 1017 w 1567"/>
              <a:gd name="T5" fmla="*/ 1075 h 1099"/>
              <a:gd name="T6" fmla="*/ 470 w 1567"/>
              <a:gd name="T7" fmla="*/ 1005 h 1099"/>
              <a:gd name="T8" fmla="*/ 35 w 1567"/>
              <a:gd name="T9" fmla="*/ 511 h 1099"/>
              <a:gd name="T10" fmla="*/ 258 w 1567"/>
              <a:gd name="T11" fmla="*/ 0 h 1099"/>
            </a:gdLst>
            <a:ahLst/>
            <a:cxnLst>
              <a:cxn ang="0">
                <a:pos x="T0" y="T1"/>
              </a:cxn>
              <a:cxn ang="0">
                <a:pos x="T2" y="T3"/>
              </a:cxn>
              <a:cxn ang="0">
                <a:pos x="T4" y="T5"/>
              </a:cxn>
              <a:cxn ang="0">
                <a:pos x="T6" y="T7"/>
              </a:cxn>
              <a:cxn ang="0">
                <a:pos x="T8" y="T9"/>
              </a:cxn>
              <a:cxn ang="0">
                <a:pos x="T10" y="T11"/>
              </a:cxn>
            </a:cxnLst>
            <a:rect l="0" t="0" r="r" b="b"/>
            <a:pathLst>
              <a:path w="1567" h="1099">
                <a:moveTo>
                  <a:pt x="1286" y="171"/>
                </a:moveTo>
                <a:cubicBezTo>
                  <a:pt x="1325" y="294"/>
                  <a:pt x="1567" y="760"/>
                  <a:pt x="1522" y="911"/>
                </a:cubicBezTo>
                <a:cubicBezTo>
                  <a:pt x="1477" y="1062"/>
                  <a:pt x="1192" y="1059"/>
                  <a:pt x="1017" y="1075"/>
                </a:cubicBezTo>
                <a:cubicBezTo>
                  <a:pt x="842" y="1091"/>
                  <a:pt x="634" y="1099"/>
                  <a:pt x="470" y="1005"/>
                </a:cubicBezTo>
                <a:cubicBezTo>
                  <a:pt x="306" y="911"/>
                  <a:pt x="70" y="678"/>
                  <a:pt x="35" y="511"/>
                </a:cubicBezTo>
                <a:cubicBezTo>
                  <a:pt x="0" y="344"/>
                  <a:pt x="212" y="107"/>
                  <a:pt x="258" y="0"/>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13" name="Freeform 189">
            <a:extLst>
              <a:ext uri="{FF2B5EF4-FFF2-40B4-BE49-F238E27FC236}">
                <a16:creationId xmlns:a16="http://schemas.microsoft.com/office/drawing/2014/main" id="{D5FBD38A-59F7-8B86-DF9F-4DCCEFFDB441}"/>
              </a:ext>
            </a:extLst>
          </p:cNvPr>
          <p:cNvSpPr>
            <a:spLocks/>
          </p:cNvSpPr>
          <p:nvPr/>
        </p:nvSpPr>
        <p:spPr bwMode="auto">
          <a:xfrm>
            <a:off x="6067425" y="4078288"/>
            <a:ext cx="1439863" cy="1778000"/>
          </a:xfrm>
          <a:custGeom>
            <a:avLst/>
            <a:gdLst>
              <a:gd name="T0" fmla="*/ 193 w 907"/>
              <a:gd name="T1" fmla="*/ 0 h 1120"/>
              <a:gd name="T2" fmla="*/ 152 w 907"/>
              <a:gd name="T3" fmla="*/ 318 h 1120"/>
              <a:gd name="T4" fmla="*/ 18 w 907"/>
              <a:gd name="T5" fmla="*/ 583 h 1120"/>
              <a:gd name="T6" fmla="*/ 258 w 907"/>
              <a:gd name="T7" fmla="*/ 871 h 1120"/>
              <a:gd name="T8" fmla="*/ 570 w 907"/>
              <a:gd name="T9" fmla="*/ 1082 h 1120"/>
              <a:gd name="T10" fmla="*/ 840 w 907"/>
              <a:gd name="T11" fmla="*/ 1093 h 1120"/>
              <a:gd name="T12" fmla="*/ 882 w 907"/>
              <a:gd name="T13" fmla="*/ 919 h 1120"/>
              <a:gd name="T14" fmla="*/ 690 w 907"/>
              <a:gd name="T15" fmla="*/ 535 h 1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7" h="1120">
                <a:moveTo>
                  <a:pt x="193" y="0"/>
                </a:moveTo>
                <a:cubicBezTo>
                  <a:pt x="186" y="52"/>
                  <a:pt x="181" y="221"/>
                  <a:pt x="152" y="318"/>
                </a:cubicBezTo>
                <a:cubicBezTo>
                  <a:pt x="123" y="415"/>
                  <a:pt x="0" y="491"/>
                  <a:pt x="18" y="583"/>
                </a:cubicBezTo>
                <a:cubicBezTo>
                  <a:pt x="36" y="675"/>
                  <a:pt x="166" y="788"/>
                  <a:pt x="258" y="871"/>
                </a:cubicBezTo>
                <a:cubicBezTo>
                  <a:pt x="350" y="954"/>
                  <a:pt x="473" y="1045"/>
                  <a:pt x="570" y="1082"/>
                </a:cubicBezTo>
                <a:cubicBezTo>
                  <a:pt x="667" y="1119"/>
                  <a:pt x="788" y="1120"/>
                  <a:pt x="840" y="1093"/>
                </a:cubicBezTo>
                <a:cubicBezTo>
                  <a:pt x="892" y="1066"/>
                  <a:pt x="907" y="1012"/>
                  <a:pt x="882" y="919"/>
                </a:cubicBezTo>
                <a:cubicBezTo>
                  <a:pt x="857" y="826"/>
                  <a:pt x="774" y="671"/>
                  <a:pt x="690" y="535"/>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AF7949F-C1D1-AA27-B6BC-1196F8DE7732}"/>
              </a:ext>
            </a:extLst>
          </p:cNvPr>
          <p:cNvSpPr>
            <a:spLocks noGrp="1"/>
          </p:cNvSpPr>
          <p:nvPr>
            <p:ph type="sldNum" sz="quarter" idx="12"/>
          </p:nvPr>
        </p:nvSpPr>
        <p:spPr/>
        <p:txBody>
          <a:bodyPr/>
          <a:lstStyle/>
          <a:p>
            <a:fld id="{C472969B-F5AB-624D-9445-707BB34B0B4E}" type="slidenum">
              <a:rPr lang="en-US" altLang="en-US"/>
              <a:pPr/>
              <a:t>29</a:t>
            </a:fld>
            <a:endParaRPr lang="en-US" altLang="en-US"/>
          </a:p>
        </p:txBody>
      </p:sp>
      <p:sp>
        <p:nvSpPr>
          <p:cNvPr id="131074" name="Rectangle 2">
            <a:extLst>
              <a:ext uri="{FF2B5EF4-FFF2-40B4-BE49-F238E27FC236}">
                <a16:creationId xmlns:a16="http://schemas.microsoft.com/office/drawing/2014/main" id="{C93BE6E7-C542-A418-6868-6AFFB0C07972}"/>
              </a:ext>
            </a:extLst>
          </p:cNvPr>
          <p:cNvSpPr>
            <a:spLocks noGrp="1" noChangeArrowheads="1"/>
          </p:cNvSpPr>
          <p:nvPr>
            <p:ph type="title"/>
          </p:nvPr>
        </p:nvSpPr>
        <p:spPr/>
        <p:txBody>
          <a:bodyPr/>
          <a:lstStyle/>
          <a:p>
            <a:r>
              <a:rPr lang="en-US" altLang="en-US"/>
              <a:t>Sure you want to use a table?</a:t>
            </a:r>
          </a:p>
        </p:txBody>
      </p:sp>
      <p:sp>
        <p:nvSpPr>
          <p:cNvPr id="131075" name="Rectangle 3">
            <a:extLst>
              <a:ext uri="{FF2B5EF4-FFF2-40B4-BE49-F238E27FC236}">
                <a16:creationId xmlns:a16="http://schemas.microsoft.com/office/drawing/2014/main" id="{D145AB85-455D-0461-58EA-B2B71B686CD9}"/>
              </a:ext>
            </a:extLst>
          </p:cNvPr>
          <p:cNvSpPr>
            <a:spLocks noGrp="1" noChangeArrowheads="1"/>
          </p:cNvSpPr>
          <p:nvPr>
            <p:ph type="body" idx="1"/>
          </p:nvPr>
        </p:nvSpPr>
        <p:spPr>
          <a:xfrm>
            <a:off x="457200" y="1447800"/>
            <a:ext cx="4695825" cy="4800600"/>
          </a:xfrm>
        </p:spPr>
        <p:txBody>
          <a:bodyPr/>
          <a:lstStyle/>
          <a:p>
            <a:r>
              <a:rPr lang="en-US" altLang="en-US"/>
              <a:t> </a:t>
            </a:r>
            <a:r>
              <a:rPr lang="en-US" altLang="en-US">
                <a:solidFill>
                  <a:schemeClr val="bg2"/>
                </a:solidFill>
              </a:rPr>
              <a:t>8 out of 10 circuits yield better delay.</a:t>
            </a:r>
          </a:p>
          <a:p>
            <a:r>
              <a:rPr lang="en-US" altLang="en-US">
                <a:solidFill>
                  <a:schemeClr val="bg2"/>
                </a:solidFill>
              </a:rPr>
              <a:t> 3% better delay on average, max 9.5%</a:t>
            </a:r>
          </a:p>
          <a:p>
            <a:endParaRPr lang="en-US" altLang="en-US">
              <a:solidFill>
                <a:schemeClr val="bg2"/>
              </a:solidFill>
            </a:endParaRPr>
          </a:p>
          <a:p>
            <a:r>
              <a:rPr lang="en-US" altLang="en-US"/>
              <a:t>This slide not that easy to digest</a:t>
            </a:r>
          </a:p>
          <a:p>
            <a:r>
              <a:rPr lang="en-US" altLang="en-US"/>
              <a:t>Graphs are your friends!</a:t>
            </a:r>
          </a:p>
        </p:txBody>
      </p:sp>
      <p:graphicFrame>
        <p:nvGraphicFramePr>
          <p:cNvPr id="131134" name="Group 62">
            <a:extLst>
              <a:ext uri="{FF2B5EF4-FFF2-40B4-BE49-F238E27FC236}">
                <a16:creationId xmlns:a16="http://schemas.microsoft.com/office/drawing/2014/main" id="{569AD3A7-7A7C-03E3-DB1D-FB6C02216338}"/>
              </a:ext>
            </a:extLst>
          </p:cNvPr>
          <p:cNvGraphicFramePr>
            <a:graphicFrameLocks noGrp="1"/>
          </p:cNvGraphicFramePr>
          <p:nvPr/>
        </p:nvGraphicFramePr>
        <p:xfrm>
          <a:off x="5334000" y="1262063"/>
          <a:ext cx="3429000" cy="5151120"/>
        </p:xfrm>
        <a:graphic>
          <a:graphicData uri="http://schemas.openxmlformats.org/drawingml/2006/table">
            <a:tbl>
              <a:tblPr/>
              <a:tblGrid>
                <a:gridCol w="1143000">
                  <a:extLst>
                    <a:ext uri="{9D8B030D-6E8A-4147-A177-3AD203B41FA5}">
                      <a16:colId xmlns:a16="http://schemas.microsoft.com/office/drawing/2014/main" val="481280108"/>
                    </a:ext>
                  </a:extLst>
                </a:gridCol>
                <a:gridCol w="1143000">
                  <a:extLst>
                    <a:ext uri="{9D8B030D-6E8A-4147-A177-3AD203B41FA5}">
                      <a16:colId xmlns:a16="http://schemas.microsoft.com/office/drawing/2014/main" val="1040487257"/>
                    </a:ext>
                  </a:extLst>
                </a:gridCol>
                <a:gridCol w="1143000">
                  <a:extLst>
                    <a:ext uri="{9D8B030D-6E8A-4147-A177-3AD203B41FA5}">
                      <a16:colId xmlns:a16="http://schemas.microsoft.com/office/drawing/2014/main" val="1508748625"/>
                    </a:ext>
                  </a:extLst>
                </a:gridCol>
              </a:tblGrid>
              <a:tr h="363538">
                <a:tc rowSpan="2">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Circuit</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PPFF</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VPR</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365071"/>
                  </a:ext>
                </a:extLst>
              </a:tr>
              <a:tr h="363538">
                <a:tc vMerge="1">
                  <a:txBody>
                    <a:bodyPr/>
                    <a:lstStyle/>
                    <a:p>
                      <a:endParaRPr lang="en-US"/>
                    </a:p>
                  </a:txBody>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Delay</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Delay</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31669539"/>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ex5p</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accent2"/>
                          </a:solidFill>
                          <a:effectLst/>
                          <a:latin typeface="Tahoma" panose="020B0604030504040204" pitchFamily="34" charset="0"/>
                          <a:cs typeface="Times New Roman" panose="02020603050405020304" pitchFamily="18" charset="0"/>
                        </a:rPr>
                        <a:t>7.69</a:t>
                      </a:r>
                      <a:endParaRPr kumimoji="0" lang="en-US" altLang="en-US" sz="2000" b="0" i="0" u="none" strike="noStrike" cap="none" normalizeH="0" baseline="0">
                        <a:ln>
                          <a:noFill/>
                        </a:ln>
                        <a:solidFill>
                          <a:schemeClr val="accent2"/>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8.02</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70264899"/>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apex4</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ea typeface="Arial Unicode MS" panose="020B0604020202020204" pitchFamily="34" charset="-128"/>
                          <a:cs typeface="Times New Roman" panose="02020603050405020304" pitchFamily="18" charset="0"/>
                        </a:rPr>
                        <a:t>7.51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6.69</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3063204"/>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misex3</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accent2"/>
                          </a:solidFill>
                          <a:effectLst/>
                          <a:latin typeface="Tahoma" panose="020B0604030504040204" pitchFamily="34" charset="0"/>
                          <a:ea typeface="Arial Unicode MS" panose="020B0604020202020204" pitchFamily="34" charset="-128"/>
                          <a:cs typeface="Times New Roman" panose="02020603050405020304" pitchFamily="18" charset="0"/>
                        </a:rPr>
                        <a:t>7.25</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7.48</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38397880"/>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alu4</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accent2"/>
                          </a:solidFill>
                          <a:effectLst/>
                          <a:latin typeface="Tahoma" panose="020B0604030504040204" pitchFamily="34" charset="0"/>
                          <a:cs typeface="Times New Roman" panose="02020603050405020304" pitchFamily="18" charset="0"/>
                        </a:rPr>
                        <a:t>6.72</a:t>
                      </a:r>
                      <a:endParaRPr kumimoji="0" lang="en-US" altLang="en-US" sz="2000" b="0" i="0" u="none" strike="noStrike" cap="none" normalizeH="0" baseline="0">
                        <a:ln>
                          <a:noFill/>
                        </a:ln>
                        <a:solidFill>
                          <a:schemeClr val="accent2"/>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6.84</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5396658"/>
                  </a:ext>
                </a:extLst>
              </a:tr>
              <a:tr h="361950">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des</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accent2"/>
                          </a:solidFill>
                          <a:effectLst/>
                          <a:latin typeface="Tahoma" panose="020B0604030504040204" pitchFamily="34" charset="0"/>
                          <a:ea typeface="Arial Unicode MS" panose="020B0604020202020204" pitchFamily="34" charset="-128"/>
                          <a:cs typeface="Times New Roman" panose="02020603050405020304" pitchFamily="18" charset="0"/>
                        </a:rPr>
                        <a:t>9.51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9.52</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7108394"/>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seq</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ea typeface="Arial Unicode MS" panose="020B0604020202020204" pitchFamily="34" charset="-128"/>
                          <a:cs typeface="Times New Roman" panose="02020603050405020304" pitchFamily="18" charset="0"/>
                        </a:rPr>
                        <a:t>8.12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8.10</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497451"/>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apex2</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accent2"/>
                          </a:solidFill>
                          <a:effectLst/>
                          <a:latin typeface="Tahoma" panose="020B0604030504040204" pitchFamily="34" charset="0"/>
                          <a:ea typeface="Arial Unicode MS" panose="020B0604020202020204" pitchFamily="34" charset="-128"/>
                          <a:cs typeface="Times New Roman" panose="02020603050405020304" pitchFamily="18" charset="0"/>
                        </a:rPr>
                        <a:t>8.33</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8.91</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610743"/>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spla</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accent2"/>
                          </a:solidFill>
                          <a:effectLst/>
                          <a:latin typeface="Tahoma" panose="020B0604030504040204" pitchFamily="34" charset="0"/>
                          <a:ea typeface="Arial Unicode MS" panose="020B0604020202020204" pitchFamily="34" charset="-128"/>
                          <a:cs typeface="Times New Roman" panose="02020603050405020304" pitchFamily="18" charset="0"/>
                        </a:rPr>
                        <a:t>12.3</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13.6</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6133512"/>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pdc</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accent2"/>
                          </a:solidFill>
                          <a:effectLst/>
                          <a:latin typeface="Tahoma" panose="020B0604030504040204" pitchFamily="34" charset="0"/>
                          <a:ea typeface="Arial Unicode MS" panose="020B0604020202020204" pitchFamily="34" charset="-128"/>
                          <a:cs typeface="Times New Roman" panose="02020603050405020304" pitchFamily="18" charset="0"/>
                        </a:rPr>
                        <a:t>14.4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15.4</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65584389"/>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ex1010</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accent2"/>
                          </a:solidFill>
                          <a:effectLst/>
                          <a:latin typeface="Tahoma" panose="020B0604030504040204" pitchFamily="34" charset="0"/>
                          <a:ea typeface="Arial Unicode MS" panose="020B0604020202020204" pitchFamily="34" charset="-128"/>
                          <a:cs typeface="Times New Roman" panose="02020603050405020304" pitchFamily="18" charset="0"/>
                        </a:rPr>
                        <a:t>13.8</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15.1</a:t>
                      </a:r>
                      <a:endParaRPr kumimoji="0" lang="en-US" altLang="en-US" sz="2000" b="0"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93167231"/>
                  </a:ext>
                </a:extLst>
              </a:tr>
              <a:tr h="363538">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Avg.</a:t>
                      </a:r>
                      <a:endParaRPr kumimoji="0" lang="en-US" altLang="en-US" sz="2000" b="1"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ahoma" panose="020B0604030504040204" pitchFamily="34" charset="0"/>
                          <a:ea typeface="Arial Unicode MS" panose="020B0604020202020204" pitchFamily="34" charset="-128"/>
                          <a:cs typeface="Times New Roman" panose="02020603050405020304" pitchFamily="18" charset="0"/>
                        </a:rPr>
                        <a:t>0.97</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ahoma" panose="020B0604030504040204" pitchFamily="34" charset="0"/>
                        </a:defRPr>
                      </a:lvl1pPr>
                      <a:lvl2pPr>
                        <a:spcBef>
                          <a:spcPct val="20000"/>
                        </a:spcBef>
                        <a:defRPr sz="2400">
                          <a:solidFill>
                            <a:schemeClr val="tx1"/>
                          </a:solidFill>
                          <a:latin typeface="Tahoma" panose="020B0604030504040204" pitchFamily="34" charset="0"/>
                        </a:defRPr>
                      </a:lvl2pPr>
                      <a:lvl3pPr>
                        <a:spcBef>
                          <a:spcPct val="20000"/>
                        </a:spcBef>
                        <a:defRPr sz="2000">
                          <a:solidFill>
                            <a:schemeClr val="tx1"/>
                          </a:solidFill>
                          <a:latin typeface="Tahoma" panose="020B0604030504040204" pitchFamily="34" charset="0"/>
                        </a:defRPr>
                      </a:lvl3pPr>
                      <a:lvl4pPr>
                        <a:spcBef>
                          <a:spcPct val="20000"/>
                        </a:spcBef>
                        <a:defRPr>
                          <a:solidFill>
                            <a:schemeClr val="tx1"/>
                          </a:solidFill>
                          <a:latin typeface="Tahoma" panose="020B0604030504040204" pitchFamily="34" charset="0"/>
                        </a:defRPr>
                      </a:lvl4pPr>
                      <a:lvl5pPr>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a:t>
                      </a:r>
                      <a:endParaRPr kumimoji="0" lang="en-US" altLang="en-US" sz="2000" b="1" i="0" u="none" strike="noStrike" cap="none" normalizeH="0" baseline="0">
                        <a:ln>
                          <a:noFill/>
                        </a:ln>
                        <a:solidFill>
                          <a:schemeClr val="tx1"/>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4829916"/>
                  </a:ext>
                </a:extLst>
              </a:tr>
            </a:tbl>
          </a:graphicData>
        </a:graphic>
      </p:graphicFrame>
    </p:spTree>
  </p:cSld>
  <p:clrMapOvr>
    <a:masterClrMapping/>
  </p:clrMapOvr>
  <p:transition>
    <p:pull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Effect transition="in" filter="dissolve">
                                      <p:cBhvr>
                                        <p:cTn id="7" dur="500"/>
                                        <p:tgtEl>
                                          <p:spTgt spid="131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1075">
                                            <p:txEl>
                                              <p:pRg st="1" end="1"/>
                                            </p:txEl>
                                          </p:spTgt>
                                        </p:tgtEl>
                                        <p:attrNameLst>
                                          <p:attrName>style.visibility</p:attrName>
                                        </p:attrNameLst>
                                      </p:cBhvr>
                                      <p:to>
                                        <p:strVal val="visible"/>
                                      </p:to>
                                    </p:set>
                                    <p:animEffect transition="in" filter="dissolve">
                                      <p:cBhvr>
                                        <p:cTn id="12" dur="500"/>
                                        <p:tgtEl>
                                          <p:spTgt spid="131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1075">
                                            <p:txEl>
                                              <p:pRg st="3" end="3"/>
                                            </p:txEl>
                                          </p:spTgt>
                                        </p:tgtEl>
                                        <p:attrNameLst>
                                          <p:attrName>style.visibility</p:attrName>
                                        </p:attrNameLst>
                                      </p:cBhvr>
                                      <p:to>
                                        <p:strVal val="visible"/>
                                      </p:to>
                                    </p:set>
                                    <p:animEffect transition="in" filter="dissolve">
                                      <p:cBhvr>
                                        <p:cTn id="17" dur="500"/>
                                        <p:tgtEl>
                                          <p:spTgt spid="13107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1075">
                                            <p:txEl>
                                              <p:pRg st="4" end="4"/>
                                            </p:txEl>
                                          </p:spTgt>
                                        </p:tgtEl>
                                        <p:attrNameLst>
                                          <p:attrName>style.visibility</p:attrName>
                                        </p:attrNameLst>
                                      </p:cBhvr>
                                      <p:to>
                                        <p:strVal val="visible"/>
                                      </p:to>
                                    </p:set>
                                    <p:animEffect transition="in" filter="dissolve">
                                      <p:cBhvr>
                                        <p:cTn id="22" dur="500"/>
                                        <p:tgtEl>
                                          <p:spTgt spid="1310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CB2CE7D-1849-77AB-5B91-D41CEED369D6}"/>
              </a:ext>
            </a:extLst>
          </p:cNvPr>
          <p:cNvSpPr>
            <a:spLocks noGrp="1"/>
          </p:cNvSpPr>
          <p:nvPr>
            <p:ph type="sldNum" sz="quarter" idx="12"/>
          </p:nvPr>
        </p:nvSpPr>
        <p:spPr/>
        <p:txBody>
          <a:bodyPr/>
          <a:lstStyle/>
          <a:p>
            <a:fld id="{B294580D-737B-7B4F-9185-3681E62C48CD}" type="slidenum">
              <a:rPr lang="en-US" altLang="en-US"/>
              <a:pPr/>
              <a:t>30</a:t>
            </a:fld>
            <a:endParaRPr lang="en-US" altLang="en-US"/>
          </a:p>
        </p:txBody>
      </p:sp>
      <p:sp>
        <p:nvSpPr>
          <p:cNvPr id="30722" name="Rectangle 2">
            <a:extLst>
              <a:ext uri="{FF2B5EF4-FFF2-40B4-BE49-F238E27FC236}">
                <a16:creationId xmlns:a16="http://schemas.microsoft.com/office/drawing/2014/main" id="{FBDDA3D3-BAF6-2912-5F3A-DF276957CE14}"/>
              </a:ext>
            </a:extLst>
          </p:cNvPr>
          <p:cNvSpPr>
            <a:spLocks noGrp="1" noChangeArrowheads="1"/>
          </p:cNvSpPr>
          <p:nvPr>
            <p:ph type="title"/>
          </p:nvPr>
        </p:nvSpPr>
        <p:spPr/>
        <p:txBody>
          <a:bodyPr/>
          <a:lstStyle/>
          <a:p>
            <a:r>
              <a:rPr lang="en-US" altLang="en-US" sz="4000"/>
              <a:t>Graphs Can Also Be The Enemy</a:t>
            </a:r>
          </a:p>
        </p:txBody>
      </p:sp>
      <p:pic>
        <p:nvPicPr>
          <p:cNvPr id="30724" name="Picture 4">
            <a:extLst>
              <a:ext uri="{FF2B5EF4-FFF2-40B4-BE49-F238E27FC236}">
                <a16:creationId xmlns:a16="http://schemas.microsoft.com/office/drawing/2014/main" id="{FDB57F79-F6E1-0ABC-5D0D-273B2726B8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24000"/>
            <a:ext cx="7315200"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DD9C0159-0815-C898-090F-ABB66B126E16}"/>
              </a:ext>
            </a:extLst>
          </p:cNvPr>
          <p:cNvSpPr>
            <a:spLocks noGrp="1"/>
          </p:cNvSpPr>
          <p:nvPr>
            <p:ph type="sldNum" sz="quarter" idx="12"/>
          </p:nvPr>
        </p:nvSpPr>
        <p:spPr/>
        <p:txBody>
          <a:bodyPr/>
          <a:lstStyle/>
          <a:p>
            <a:fld id="{7DB9CB44-DF74-454B-B841-1202EF31979B}" type="slidenum">
              <a:rPr lang="en-US" altLang="en-US"/>
              <a:pPr/>
              <a:t>31</a:t>
            </a:fld>
            <a:endParaRPr lang="en-US" altLang="en-US"/>
          </a:p>
        </p:txBody>
      </p:sp>
      <p:sp>
        <p:nvSpPr>
          <p:cNvPr id="116738" name="Rectangle 2">
            <a:extLst>
              <a:ext uri="{FF2B5EF4-FFF2-40B4-BE49-F238E27FC236}">
                <a16:creationId xmlns:a16="http://schemas.microsoft.com/office/drawing/2014/main" id="{08922FE0-8185-D934-C992-F77F3660ADBC}"/>
              </a:ext>
            </a:extLst>
          </p:cNvPr>
          <p:cNvSpPr>
            <a:spLocks noGrp="1" noChangeArrowheads="1"/>
          </p:cNvSpPr>
          <p:nvPr>
            <p:ph type="title"/>
          </p:nvPr>
        </p:nvSpPr>
        <p:spPr/>
        <p:txBody>
          <a:bodyPr/>
          <a:lstStyle/>
          <a:p>
            <a:r>
              <a:rPr lang="en-US" altLang="en-US"/>
              <a:t>Graphs</a:t>
            </a:r>
          </a:p>
        </p:txBody>
      </p:sp>
      <p:sp>
        <p:nvSpPr>
          <p:cNvPr id="116739" name="Rectangle 3">
            <a:extLst>
              <a:ext uri="{FF2B5EF4-FFF2-40B4-BE49-F238E27FC236}">
                <a16:creationId xmlns:a16="http://schemas.microsoft.com/office/drawing/2014/main" id="{DFC443E5-40E3-5B0D-B1ED-03A1947927F0}"/>
              </a:ext>
            </a:extLst>
          </p:cNvPr>
          <p:cNvSpPr>
            <a:spLocks noGrp="1" noChangeArrowheads="1"/>
          </p:cNvSpPr>
          <p:nvPr>
            <p:ph type="body" sz="half" idx="1"/>
          </p:nvPr>
        </p:nvSpPr>
        <p:spPr>
          <a:xfrm>
            <a:off x="609600" y="1447800"/>
            <a:ext cx="3886200" cy="5029200"/>
          </a:xfrm>
        </p:spPr>
        <p:txBody>
          <a:bodyPr/>
          <a:lstStyle/>
          <a:p>
            <a:pPr>
              <a:lnSpc>
                <a:spcPct val="90000"/>
              </a:lnSpc>
            </a:pPr>
            <a:r>
              <a:rPr lang="en-US" altLang="en-US" sz="2800"/>
              <a:t>What type of graph?</a:t>
            </a:r>
          </a:p>
          <a:p>
            <a:pPr lvl="1">
              <a:lnSpc>
                <a:spcPct val="90000"/>
              </a:lnSpc>
            </a:pPr>
            <a:r>
              <a:rPr lang="en-US" altLang="en-US" sz="2400"/>
              <a:t>Scatter plot?</a:t>
            </a:r>
          </a:p>
          <a:p>
            <a:pPr lvl="1">
              <a:lnSpc>
                <a:spcPct val="90000"/>
              </a:lnSpc>
            </a:pPr>
            <a:r>
              <a:rPr lang="en-US" altLang="en-US" sz="2400"/>
              <a:t>Bar chart? </a:t>
            </a:r>
          </a:p>
          <a:p>
            <a:pPr>
              <a:lnSpc>
                <a:spcPct val="90000"/>
              </a:lnSpc>
            </a:pPr>
            <a:r>
              <a:rPr lang="en-US" altLang="en-US" sz="2800"/>
              <a:t>Labels/axis visible?</a:t>
            </a:r>
          </a:p>
          <a:p>
            <a:pPr>
              <a:lnSpc>
                <a:spcPct val="90000"/>
              </a:lnSpc>
            </a:pPr>
            <a:r>
              <a:rPr lang="en-US" altLang="en-US" sz="2800"/>
              <a:t>Define what the axis are showing</a:t>
            </a:r>
          </a:p>
          <a:p>
            <a:pPr lvl="1">
              <a:lnSpc>
                <a:spcPct val="90000"/>
              </a:lnSpc>
            </a:pPr>
            <a:r>
              <a:rPr lang="en-US" altLang="en-US" sz="2400"/>
              <a:t>Larger values good or bad? (e.g., speedup vs. runtime)</a:t>
            </a:r>
          </a:p>
          <a:p>
            <a:pPr>
              <a:lnSpc>
                <a:spcPct val="90000"/>
              </a:lnSpc>
            </a:pPr>
            <a:r>
              <a:rPr lang="en-US" altLang="en-US" sz="2800"/>
              <a:t>Don’t just show the graph, talk about trends, meaning</a:t>
            </a:r>
          </a:p>
        </p:txBody>
      </p:sp>
      <p:graphicFrame>
        <p:nvGraphicFramePr>
          <p:cNvPr id="116742" name="Object 6">
            <a:extLst>
              <a:ext uri="{FF2B5EF4-FFF2-40B4-BE49-F238E27FC236}">
                <a16:creationId xmlns:a16="http://schemas.microsoft.com/office/drawing/2014/main" id="{EEDCD0CE-FD25-F4C9-1748-9AA637A948C2}"/>
              </a:ext>
            </a:extLst>
          </p:cNvPr>
          <p:cNvGraphicFramePr>
            <a:graphicFrameLocks noChangeAspect="1"/>
          </p:cNvGraphicFramePr>
          <p:nvPr/>
        </p:nvGraphicFramePr>
        <p:xfrm>
          <a:off x="4419600" y="1295400"/>
          <a:ext cx="4267200" cy="2362200"/>
        </p:xfrm>
        <a:graphic>
          <a:graphicData uri="http://schemas.openxmlformats.org/presentationml/2006/ole">
            <mc:AlternateContent xmlns:mc="http://schemas.openxmlformats.org/markup-compatibility/2006">
              <mc:Choice xmlns:v="urn:schemas-microsoft-com:vml" Requires="v">
                <p:oleObj name="Chart" r:id="rId2" imgW="5892800" imgH="2540000" progId="Excel.Chart.8">
                  <p:embed/>
                </p:oleObj>
              </mc:Choice>
              <mc:Fallback>
                <p:oleObj name="Chart" r:id="rId2" imgW="5892800" imgH="2540000" progId="Excel.Chart.8">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295400"/>
                        <a:ext cx="42672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16745" name="Picture 9">
            <a:extLst>
              <a:ext uri="{FF2B5EF4-FFF2-40B4-BE49-F238E27FC236}">
                <a16:creationId xmlns:a16="http://schemas.microsoft.com/office/drawing/2014/main" id="{F806658A-CE8D-F2BE-C45E-82464FEF8B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494088"/>
            <a:ext cx="3657600" cy="313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46" name="Text Box 10">
            <a:extLst>
              <a:ext uri="{FF2B5EF4-FFF2-40B4-BE49-F238E27FC236}">
                <a16:creationId xmlns:a16="http://schemas.microsoft.com/office/drawing/2014/main" id="{59E715C1-124A-D2DB-26AC-5B20558C494A}"/>
              </a:ext>
            </a:extLst>
          </p:cNvPr>
          <p:cNvSpPr txBox="1">
            <a:spLocks noChangeArrowheads="1"/>
          </p:cNvSpPr>
          <p:nvPr/>
        </p:nvSpPr>
        <p:spPr bwMode="auto">
          <a:xfrm>
            <a:off x="228600" y="6477000"/>
            <a:ext cx="868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t>Scatter plot from: Rajeev R. Rao, Anirudh Devgan, David Blaauw, Dennis Sylvester, “Parametric Yield Estimation Considering Leakage Variability”, DAC 2004.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D14043A7-E68D-6C9A-63E9-1660A8994436}"/>
              </a:ext>
            </a:extLst>
          </p:cNvPr>
          <p:cNvSpPr>
            <a:spLocks noGrp="1"/>
          </p:cNvSpPr>
          <p:nvPr>
            <p:ph type="sldNum" sz="quarter" idx="12"/>
          </p:nvPr>
        </p:nvSpPr>
        <p:spPr/>
        <p:txBody>
          <a:bodyPr/>
          <a:lstStyle/>
          <a:p>
            <a:fld id="{98887038-3DAC-0A47-9ECB-ABEC88521EA8}" type="slidenum">
              <a:rPr lang="en-US" altLang="en-US"/>
              <a:pPr/>
              <a:t>32</a:t>
            </a:fld>
            <a:endParaRPr lang="en-US" altLang="en-US"/>
          </a:p>
        </p:txBody>
      </p:sp>
      <p:sp>
        <p:nvSpPr>
          <p:cNvPr id="103426" name="Rectangle 2">
            <a:extLst>
              <a:ext uri="{FF2B5EF4-FFF2-40B4-BE49-F238E27FC236}">
                <a16:creationId xmlns:a16="http://schemas.microsoft.com/office/drawing/2014/main" id="{F911B392-F4FE-0631-5847-43B9ED3EBD8D}"/>
              </a:ext>
            </a:extLst>
          </p:cNvPr>
          <p:cNvSpPr>
            <a:spLocks noGrp="1" noChangeArrowheads="1"/>
          </p:cNvSpPr>
          <p:nvPr>
            <p:ph type="title"/>
          </p:nvPr>
        </p:nvSpPr>
        <p:spPr/>
        <p:txBody>
          <a:bodyPr/>
          <a:lstStyle/>
          <a:p>
            <a:r>
              <a:rPr lang="en-US" altLang="en-US"/>
              <a:t>Bad Presentations</a:t>
            </a:r>
          </a:p>
        </p:txBody>
      </p:sp>
      <p:sp>
        <p:nvSpPr>
          <p:cNvPr id="103427" name="Rectangle 3">
            <a:extLst>
              <a:ext uri="{FF2B5EF4-FFF2-40B4-BE49-F238E27FC236}">
                <a16:creationId xmlns:a16="http://schemas.microsoft.com/office/drawing/2014/main" id="{FCB518A9-71E0-37B7-9C0B-43DCFB042D4D}"/>
              </a:ext>
            </a:extLst>
          </p:cNvPr>
          <p:cNvSpPr>
            <a:spLocks noGrp="1" noChangeArrowheads="1"/>
          </p:cNvSpPr>
          <p:nvPr>
            <p:ph type="body" idx="1"/>
          </p:nvPr>
        </p:nvSpPr>
        <p:spPr/>
        <p:txBody>
          <a:bodyPr/>
          <a:lstStyle/>
          <a:p>
            <a:r>
              <a:rPr lang="en-US" altLang="en-US"/>
              <a:t>Audience won’t see your work as great</a:t>
            </a:r>
          </a:p>
          <a:p>
            <a:r>
              <a:rPr lang="en-US" altLang="en-US"/>
              <a:t>But will make fun of you from</a:t>
            </a:r>
            <a:br>
              <a:rPr lang="en-US" altLang="en-US"/>
            </a:br>
            <a:r>
              <a:rPr lang="en-US" altLang="en-US"/>
              <a:t>the back row</a:t>
            </a:r>
          </a:p>
        </p:txBody>
      </p:sp>
      <p:sp>
        <p:nvSpPr>
          <p:cNvPr id="103430" name="AutoShape 6">
            <a:extLst>
              <a:ext uri="{FF2B5EF4-FFF2-40B4-BE49-F238E27FC236}">
                <a16:creationId xmlns:a16="http://schemas.microsoft.com/office/drawing/2014/main" id="{0823BBDE-5445-8AC1-34CF-A39BB07C7F41}"/>
              </a:ext>
            </a:extLst>
          </p:cNvPr>
          <p:cNvSpPr>
            <a:spLocks noChangeArrowheads="1"/>
          </p:cNvSpPr>
          <p:nvPr/>
        </p:nvSpPr>
        <p:spPr bwMode="auto">
          <a:xfrm rot="-5400000">
            <a:off x="51435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1" name="AutoShape 7">
            <a:extLst>
              <a:ext uri="{FF2B5EF4-FFF2-40B4-BE49-F238E27FC236}">
                <a16:creationId xmlns:a16="http://schemas.microsoft.com/office/drawing/2014/main" id="{50FCA22A-687A-D6D0-E292-97D139BFBC4B}"/>
              </a:ext>
            </a:extLst>
          </p:cNvPr>
          <p:cNvSpPr>
            <a:spLocks noChangeArrowheads="1"/>
          </p:cNvSpPr>
          <p:nvPr/>
        </p:nvSpPr>
        <p:spPr bwMode="auto">
          <a:xfrm rot="-5400000">
            <a:off x="61341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2" name="AutoShape 8">
            <a:extLst>
              <a:ext uri="{FF2B5EF4-FFF2-40B4-BE49-F238E27FC236}">
                <a16:creationId xmlns:a16="http://schemas.microsoft.com/office/drawing/2014/main" id="{D7A5B548-1733-176D-619A-407BB1EDC4E4}"/>
              </a:ext>
            </a:extLst>
          </p:cNvPr>
          <p:cNvSpPr>
            <a:spLocks noChangeArrowheads="1"/>
          </p:cNvSpPr>
          <p:nvPr/>
        </p:nvSpPr>
        <p:spPr bwMode="auto">
          <a:xfrm rot="-5400000">
            <a:off x="71247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3" name="Oval 9">
            <a:extLst>
              <a:ext uri="{FF2B5EF4-FFF2-40B4-BE49-F238E27FC236}">
                <a16:creationId xmlns:a16="http://schemas.microsoft.com/office/drawing/2014/main" id="{314931E8-0F64-A9F6-3C74-BC0525091DD2}"/>
              </a:ext>
            </a:extLst>
          </p:cNvPr>
          <p:cNvSpPr>
            <a:spLocks noChangeArrowheads="1"/>
          </p:cNvSpPr>
          <p:nvPr/>
        </p:nvSpPr>
        <p:spPr bwMode="auto">
          <a:xfrm>
            <a:off x="5257800" y="55626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4" name="Oval 10">
            <a:extLst>
              <a:ext uri="{FF2B5EF4-FFF2-40B4-BE49-F238E27FC236}">
                <a16:creationId xmlns:a16="http://schemas.microsoft.com/office/drawing/2014/main" id="{BA151D0A-5F02-0F31-604F-FD4CC3CF0C17}"/>
              </a:ext>
            </a:extLst>
          </p:cNvPr>
          <p:cNvSpPr>
            <a:spLocks noChangeArrowheads="1"/>
          </p:cNvSpPr>
          <p:nvPr/>
        </p:nvSpPr>
        <p:spPr bwMode="auto">
          <a:xfrm>
            <a:off x="6248400" y="52578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5" name="Oval 11">
            <a:extLst>
              <a:ext uri="{FF2B5EF4-FFF2-40B4-BE49-F238E27FC236}">
                <a16:creationId xmlns:a16="http://schemas.microsoft.com/office/drawing/2014/main" id="{EF21EFEB-E100-CF5D-8A70-098D87131099}"/>
              </a:ext>
            </a:extLst>
          </p:cNvPr>
          <p:cNvSpPr>
            <a:spLocks noChangeArrowheads="1"/>
          </p:cNvSpPr>
          <p:nvPr/>
        </p:nvSpPr>
        <p:spPr bwMode="auto">
          <a:xfrm>
            <a:off x="72390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6" name="Rectangle 12">
            <a:extLst>
              <a:ext uri="{FF2B5EF4-FFF2-40B4-BE49-F238E27FC236}">
                <a16:creationId xmlns:a16="http://schemas.microsoft.com/office/drawing/2014/main" id="{6A0AB793-74D6-271D-DF88-FAD6DD2910E7}"/>
              </a:ext>
            </a:extLst>
          </p:cNvPr>
          <p:cNvSpPr>
            <a:spLocks noChangeArrowheads="1"/>
          </p:cNvSpPr>
          <p:nvPr/>
        </p:nvSpPr>
        <p:spPr bwMode="auto">
          <a:xfrm>
            <a:off x="7239000" y="5638800"/>
            <a:ext cx="5334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7" name="Rectangle 13">
            <a:extLst>
              <a:ext uri="{FF2B5EF4-FFF2-40B4-BE49-F238E27FC236}">
                <a16:creationId xmlns:a16="http://schemas.microsoft.com/office/drawing/2014/main" id="{B3CA14C7-9B88-4D42-F6F2-F30F2557C8E2}"/>
              </a:ext>
            </a:extLst>
          </p:cNvPr>
          <p:cNvSpPr>
            <a:spLocks noChangeArrowheads="1"/>
          </p:cNvSpPr>
          <p:nvPr/>
        </p:nvSpPr>
        <p:spPr bwMode="auto">
          <a:xfrm>
            <a:off x="6400800" y="5562600"/>
            <a:ext cx="2286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9" name="Text Box 15">
            <a:extLst>
              <a:ext uri="{FF2B5EF4-FFF2-40B4-BE49-F238E27FC236}">
                <a16:creationId xmlns:a16="http://schemas.microsoft.com/office/drawing/2014/main" id="{BD86955D-7CA0-303E-2F23-63EDB9883F94}"/>
              </a:ext>
            </a:extLst>
          </p:cNvPr>
          <p:cNvSpPr txBox="1">
            <a:spLocks noChangeArrowheads="1"/>
          </p:cNvSpPr>
          <p:nvPr/>
        </p:nvSpPr>
        <p:spPr bwMode="auto">
          <a:xfrm>
            <a:off x="4886325" y="4648200"/>
            <a:ext cx="523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latin typeface="Tahoma" panose="020B0604030504040204" pitchFamily="34" charset="0"/>
              </a:rPr>
              <a:t>zzz</a:t>
            </a:r>
          </a:p>
        </p:txBody>
      </p:sp>
      <p:sp>
        <p:nvSpPr>
          <p:cNvPr id="103441" name="Line 17">
            <a:extLst>
              <a:ext uri="{FF2B5EF4-FFF2-40B4-BE49-F238E27FC236}">
                <a16:creationId xmlns:a16="http://schemas.microsoft.com/office/drawing/2014/main" id="{37A68B45-BD6D-F536-5B92-C35C083D206D}"/>
              </a:ext>
            </a:extLst>
          </p:cNvPr>
          <p:cNvSpPr>
            <a:spLocks noChangeShapeType="1"/>
          </p:cNvSpPr>
          <p:nvPr/>
        </p:nvSpPr>
        <p:spPr bwMode="auto">
          <a:xfrm flipV="1">
            <a:off x="7543800" y="4114800"/>
            <a:ext cx="2286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42" name="Text Box 18">
            <a:extLst>
              <a:ext uri="{FF2B5EF4-FFF2-40B4-BE49-F238E27FC236}">
                <a16:creationId xmlns:a16="http://schemas.microsoft.com/office/drawing/2014/main" id="{91C28199-A2B9-603F-15C5-6D81B2DE1920}"/>
              </a:ext>
            </a:extLst>
          </p:cNvPr>
          <p:cNvSpPr txBox="1">
            <a:spLocks noChangeArrowheads="1"/>
          </p:cNvSpPr>
          <p:nvPr/>
        </p:nvSpPr>
        <p:spPr bwMode="auto">
          <a:xfrm>
            <a:off x="6781800" y="3352800"/>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What does that slide say?</a:t>
            </a:r>
          </a:p>
        </p:txBody>
      </p:sp>
      <p:sp>
        <p:nvSpPr>
          <p:cNvPr id="103443" name="Text Box 19">
            <a:extLst>
              <a:ext uri="{FF2B5EF4-FFF2-40B4-BE49-F238E27FC236}">
                <a16:creationId xmlns:a16="http://schemas.microsoft.com/office/drawing/2014/main" id="{1EFBE3FB-80A7-A140-75C6-F32B9EE56FAA}"/>
              </a:ext>
            </a:extLst>
          </p:cNvPr>
          <p:cNvSpPr txBox="1">
            <a:spLocks noChangeArrowheads="1"/>
          </p:cNvSpPr>
          <p:nvPr/>
        </p:nvSpPr>
        <p:spPr bwMode="auto">
          <a:xfrm>
            <a:off x="5257800" y="4038600"/>
            <a:ext cx="2514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Dunno, I’m playing minesweeper</a:t>
            </a:r>
          </a:p>
        </p:txBody>
      </p:sp>
      <p:sp>
        <p:nvSpPr>
          <p:cNvPr id="103444" name="Line 20">
            <a:extLst>
              <a:ext uri="{FF2B5EF4-FFF2-40B4-BE49-F238E27FC236}">
                <a16:creationId xmlns:a16="http://schemas.microsoft.com/office/drawing/2014/main" id="{5E731059-AAFB-2D7C-5DC8-75E7C92E19C2}"/>
              </a:ext>
            </a:extLst>
          </p:cNvPr>
          <p:cNvSpPr>
            <a:spLocks noChangeShapeType="1"/>
          </p:cNvSpPr>
          <p:nvPr/>
        </p:nvSpPr>
        <p:spPr bwMode="auto">
          <a:xfrm flipV="1">
            <a:off x="6629400" y="47244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45" name="AutoShape 21">
            <a:extLst>
              <a:ext uri="{FF2B5EF4-FFF2-40B4-BE49-F238E27FC236}">
                <a16:creationId xmlns:a16="http://schemas.microsoft.com/office/drawing/2014/main" id="{1950621C-19E4-C7EC-22C6-CD9FCD5511B1}"/>
              </a:ext>
            </a:extLst>
          </p:cNvPr>
          <p:cNvSpPr>
            <a:spLocks noChangeArrowheads="1"/>
          </p:cNvSpPr>
          <p:nvPr/>
        </p:nvSpPr>
        <p:spPr bwMode="auto">
          <a:xfrm rot="-5400000">
            <a:off x="41529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46" name="AutoShape 22">
            <a:extLst>
              <a:ext uri="{FF2B5EF4-FFF2-40B4-BE49-F238E27FC236}">
                <a16:creationId xmlns:a16="http://schemas.microsoft.com/office/drawing/2014/main" id="{09B1DA9A-E53D-EE0B-600A-8535CA86CF85}"/>
              </a:ext>
            </a:extLst>
          </p:cNvPr>
          <p:cNvSpPr>
            <a:spLocks noChangeArrowheads="1"/>
          </p:cNvSpPr>
          <p:nvPr/>
        </p:nvSpPr>
        <p:spPr bwMode="auto">
          <a:xfrm rot="-5400000">
            <a:off x="31623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47" name="Oval 23">
            <a:extLst>
              <a:ext uri="{FF2B5EF4-FFF2-40B4-BE49-F238E27FC236}">
                <a16:creationId xmlns:a16="http://schemas.microsoft.com/office/drawing/2014/main" id="{AC077553-A2F4-0F67-1A3A-5A24F3AF6B65}"/>
              </a:ext>
            </a:extLst>
          </p:cNvPr>
          <p:cNvSpPr>
            <a:spLocks noChangeArrowheads="1"/>
          </p:cNvSpPr>
          <p:nvPr/>
        </p:nvSpPr>
        <p:spPr bwMode="auto">
          <a:xfrm>
            <a:off x="32766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48" name="Rectangle 24">
            <a:extLst>
              <a:ext uri="{FF2B5EF4-FFF2-40B4-BE49-F238E27FC236}">
                <a16:creationId xmlns:a16="http://schemas.microsoft.com/office/drawing/2014/main" id="{FE5E1542-8BB7-3AB3-20AA-F062AC982152}"/>
              </a:ext>
            </a:extLst>
          </p:cNvPr>
          <p:cNvSpPr>
            <a:spLocks noChangeArrowheads="1"/>
          </p:cNvSpPr>
          <p:nvPr/>
        </p:nvSpPr>
        <p:spPr bwMode="auto">
          <a:xfrm>
            <a:off x="3429000" y="5638800"/>
            <a:ext cx="2286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0" name="Text Box 26">
            <a:extLst>
              <a:ext uri="{FF2B5EF4-FFF2-40B4-BE49-F238E27FC236}">
                <a16:creationId xmlns:a16="http://schemas.microsoft.com/office/drawing/2014/main" id="{977EAB0D-CE43-A7DE-D372-17292D6FFC56}"/>
              </a:ext>
            </a:extLst>
          </p:cNvPr>
          <p:cNvSpPr txBox="1">
            <a:spLocks noChangeArrowheads="1"/>
          </p:cNvSpPr>
          <p:nvPr/>
        </p:nvSpPr>
        <p:spPr bwMode="auto">
          <a:xfrm>
            <a:off x="1676400" y="3429000"/>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Those are some NASTY colors…</a:t>
            </a:r>
          </a:p>
        </p:txBody>
      </p:sp>
      <p:sp>
        <p:nvSpPr>
          <p:cNvPr id="103451" name="Text Box 27">
            <a:extLst>
              <a:ext uri="{FF2B5EF4-FFF2-40B4-BE49-F238E27FC236}">
                <a16:creationId xmlns:a16="http://schemas.microsoft.com/office/drawing/2014/main" id="{D522FD9B-2095-06FE-667A-307E672C92C5}"/>
              </a:ext>
            </a:extLst>
          </p:cNvPr>
          <p:cNvSpPr txBox="1">
            <a:spLocks noChangeArrowheads="1"/>
          </p:cNvSpPr>
          <p:nvPr/>
        </p:nvSpPr>
        <p:spPr bwMode="auto">
          <a:xfrm>
            <a:off x="2819400" y="4191000"/>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Hey – it matches my tie.</a:t>
            </a:r>
          </a:p>
        </p:txBody>
      </p:sp>
      <p:sp>
        <p:nvSpPr>
          <p:cNvPr id="103452" name="AutoShape 28">
            <a:extLst>
              <a:ext uri="{FF2B5EF4-FFF2-40B4-BE49-F238E27FC236}">
                <a16:creationId xmlns:a16="http://schemas.microsoft.com/office/drawing/2014/main" id="{A8A49470-F7CA-D6A2-43FE-07AD99D3CEA1}"/>
              </a:ext>
            </a:extLst>
          </p:cNvPr>
          <p:cNvSpPr>
            <a:spLocks noChangeArrowheads="1"/>
          </p:cNvSpPr>
          <p:nvPr/>
        </p:nvSpPr>
        <p:spPr bwMode="auto">
          <a:xfrm rot="-5400000">
            <a:off x="21717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3" name="Oval 29">
            <a:extLst>
              <a:ext uri="{FF2B5EF4-FFF2-40B4-BE49-F238E27FC236}">
                <a16:creationId xmlns:a16="http://schemas.microsoft.com/office/drawing/2014/main" id="{59A80F26-036B-BEEF-D7BD-94B425D961D9}"/>
              </a:ext>
            </a:extLst>
          </p:cNvPr>
          <p:cNvSpPr>
            <a:spLocks noChangeArrowheads="1"/>
          </p:cNvSpPr>
          <p:nvPr/>
        </p:nvSpPr>
        <p:spPr bwMode="auto">
          <a:xfrm>
            <a:off x="22860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4" name="Rectangle 30">
            <a:extLst>
              <a:ext uri="{FF2B5EF4-FFF2-40B4-BE49-F238E27FC236}">
                <a16:creationId xmlns:a16="http://schemas.microsoft.com/office/drawing/2014/main" id="{2B9930D3-3A43-3846-8F48-61D3651B2A30}"/>
              </a:ext>
            </a:extLst>
          </p:cNvPr>
          <p:cNvSpPr>
            <a:spLocks noChangeArrowheads="1"/>
          </p:cNvSpPr>
          <p:nvPr/>
        </p:nvSpPr>
        <p:spPr bwMode="auto">
          <a:xfrm>
            <a:off x="2286000" y="5638800"/>
            <a:ext cx="5334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5" name="AutoShape 31">
            <a:extLst>
              <a:ext uri="{FF2B5EF4-FFF2-40B4-BE49-F238E27FC236}">
                <a16:creationId xmlns:a16="http://schemas.microsoft.com/office/drawing/2014/main" id="{EEE39B53-F4FA-9063-1348-2665C1C49A44}"/>
              </a:ext>
            </a:extLst>
          </p:cNvPr>
          <p:cNvSpPr>
            <a:spLocks noChangeArrowheads="1"/>
          </p:cNvSpPr>
          <p:nvPr/>
        </p:nvSpPr>
        <p:spPr bwMode="auto">
          <a:xfrm rot="-5400000">
            <a:off x="11811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6" name="Line 32">
            <a:extLst>
              <a:ext uri="{FF2B5EF4-FFF2-40B4-BE49-F238E27FC236}">
                <a16:creationId xmlns:a16="http://schemas.microsoft.com/office/drawing/2014/main" id="{E186EC07-7204-A813-5C76-C07F6237C549}"/>
              </a:ext>
            </a:extLst>
          </p:cNvPr>
          <p:cNvSpPr>
            <a:spLocks noChangeShapeType="1"/>
          </p:cNvSpPr>
          <p:nvPr/>
        </p:nvSpPr>
        <p:spPr bwMode="auto">
          <a:xfrm flipH="1" flipV="1">
            <a:off x="2514600" y="4114800"/>
            <a:ext cx="762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57" name="Line 33">
            <a:extLst>
              <a:ext uri="{FF2B5EF4-FFF2-40B4-BE49-F238E27FC236}">
                <a16:creationId xmlns:a16="http://schemas.microsoft.com/office/drawing/2014/main" id="{C777B8EF-2D0E-972E-C998-B5CF388770AE}"/>
              </a:ext>
            </a:extLst>
          </p:cNvPr>
          <p:cNvSpPr>
            <a:spLocks noChangeShapeType="1"/>
          </p:cNvSpPr>
          <p:nvPr/>
        </p:nvSpPr>
        <p:spPr bwMode="auto">
          <a:xfrm flipV="1">
            <a:off x="3581400" y="4953000"/>
            <a:ext cx="76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58" name="Text Box 34">
            <a:extLst>
              <a:ext uri="{FF2B5EF4-FFF2-40B4-BE49-F238E27FC236}">
                <a16:creationId xmlns:a16="http://schemas.microsoft.com/office/drawing/2014/main" id="{7C79382E-B268-2BFD-17D0-AABEA9899CB3}"/>
              </a:ext>
            </a:extLst>
          </p:cNvPr>
          <p:cNvSpPr txBox="1">
            <a:spLocks noChangeArrowheads="1"/>
          </p:cNvSpPr>
          <p:nvPr/>
        </p:nvSpPr>
        <p:spPr bwMode="auto">
          <a:xfrm>
            <a:off x="457200" y="4556125"/>
            <a:ext cx="1600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Please let it be OVER…</a:t>
            </a:r>
          </a:p>
        </p:txBody>
      </p:sp>
      <p:sp>
        <p:nvSpPr>
          <p:cNvPr id="103459" name="Oval 35">
            <a:extLst>
              <a:ext uri="{FF2B5EF4-FFF2-40B4-BE49-F238E27FC236}">
                <a16:creationId xmlns:a16="http://schemas.microsoft.com/office/drawing/2014/main" id="{2DFCB68B-F3EA-A902-4114-5D8FD257A35F}"/>
              </a:ext>
            </a:extLst>
          </p:cNvPr>
          <p:cNvSpPr>
            <a:spLocks noChangeArrowheads="1"/>
          </p:cNvSpPr>
          <p:nvPr/>
        </p:nvSpPr>
        <p:spPr bwMode="auto">
          <a:xfrm>
            <a:off x="5334000" y="53340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0" name="Oval 36">
            <a:extLst>
              <a:ext uri="{FF2B5EF4-FFF2-40B4-BE49-F238E27FC236}">
                <a16:creationId xmlns:a16="http://schemas.microsoft.com/office/drawing/2014/main" id="{B9DDD2AB-DCA8-EF7E-77DF-CDFBEFF9E9EA}"/>
              </a:ext>
            </a:extLst>
          </p:cNvPr>
          <p:cNvSpPr>
            <a:spLocks noChangeArrowheads="1"/>
          </p:cNvSpPr>
          <p:nvPr/>
        </p:nvSpPr>
        <p:spPr bwMode="auto">
          <a:xfrm>
            <a:off x="5257800" y="51816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1" name="Oval 37">
            <a:extLst>
              <a:ext uri="{FF2B5EF4-FFF2-40B4-BE49-F238E27FC236}">
                <a16:creationId xmlns:a16="http://schemas.microsoft.com/office/drawing/2014/main" id="{99CF3166-E1AF-2FA7-30BA-9C6E5637A212}"/>
              </a:ext>
            </a:extLst>
          </p:cNvPr>
          <p:cNvSpPr>
            <a:spLocks noChangeArrowheads="1"/>
          </p:cNvSpPr>
          <p:nvPr/>
        </p:nvSpPr>
        <p:spPr bwMode="auto">
          <a:xfrm>
            <a:off x="5181600" y="50292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2" name="Oval 38">
            <a:extLst>
              <a:ext uri="{FF2B5EF4-FFF2-40B4-BE49-F238E27FC236}">
                <a16:creationId xmlns:a16="http://schemas.microsoft.com/office/drawing/2014/main" id="{149FF8FD-B69A-D5CB-9D71-6D80606D69AA}"/>
              </a:ext>
            </a:extLst>
          </p:cNvPr>
          <p:cNvSpPr>
            <a:spLocks noChangeArrowheads="1"/>
          </p:cNvSpPr>
          <p:nvPr/>
        </p:nvSpPr>
        <p:spPr bwMode="auto">
          <a:xfrm>
            <a:off x="1371600" y="55626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3" name="Oval 39">
            <a:extLst>
              <a:ext uri="{FF2B5EF4-FFF2-40B4-BE49-F238E27FC236}">
                <a16:creationId xmlns:a16="http://schemas.microsoft.com/office/drawing/2014/main" id="{15BE9378-F62C-2C69-232F-3D03DB907A66}"/>
              </a:ext>
            </a:extLst>
          </p:cNvPr>
          <p:cNvSpPr>
            <a:spLocks noChangeArrowheads="1"/>
          </p:cNvSpPr>
          <p:nvPr/>
        </p:nvSpPr>
        <p:spPr bwMode="auto">
          <a:xfrm>
            <a:off x="1295400" y="54102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4" name="Oval 40">
            <a:extLst>
              <a:ext uri="{FF2B5EF4-FFF2-40B4-BE49-F238E27FC236}">
                <a16:creationId xmlns:a16="http://schemas.microsoft.com/office/drawing/2014/main" id="{E46EC8AC-532A-EFCC-A6D7-D671AC4AF3F6}"/>
              </a:ext>
            </a:extLst>
          </p:cNvPr>
          <p:cNvSpPr>
            <a:spLocks noChangeArrowheads="1"/>
          </p:cNvSpPr>
          <p:nvPr/>
        </p:nvSpPr>
        <p:spPr bwMode="auto">
          <a:xfrm>
            <a:off x="1219200" y="52578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5" name="Oval 41">
            <a:extLst>
              <a:ext uri="{FF2B5EF4-FFF2-40B4-BE49-F238E27FC236}">
                <a16:creationId xmlns:a16="http://schemas.microsoft.com/office/drawing/2014/main" id="{ECF24890-654B-5017-2C28-A023E678C9C3}"/>
              </a:ext>
            </a:extLst>
          </p:cNvPr>
          <p:cNvSpPr>
            <a:spLocks noChangeArrowheads="1"/>
          </p:cNvSpPr>
          <p:nvPr/>
        </p:nvSpPr>
        <p:spPr bwMode="auto">
          <a:xfrm>
            <a:off x="1295400" y="56388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43EBF0C-AF01-69FE-4433-10D193D57CFA}"/>
              </a:ext>
            </a:extLst>
          </p:cNvPr>
          <p:cNvSpPr>
            <a:spLocks noGrp="1"/>
          </p:cNvSpPr>
          <p:nvPr>
            <p:ph type="sldNum" sz="quarter" idx="12"/>
          </p:nvPr>
        </p:nvSpPr>
        <p:spPr/>
        <p:txBody>
          <a:bodyPr/>
          <a:lstStyle/>
          <a:p>
            <a:fld id="{3335BC5A-B613-4944-8B3C-0557917A398C}" type="slidenum">
              <a:rPr lang="en-US" altLang="en-US"/>
              <a:pPr/>
              <a:t>33</a:t>
            </a:fld>
            <a:endParaRPr lang="en-US" altLang="en-US"/>
          </a:p>
        </p:txBody>
      </p:sp>
      <p:sp>
        <p:nvSpPr>
          <p:cNvPr id="102402" name="Rectangle 2">
            <a:extLst>
              <a:ext uri="{FF2B5EF4-FFF2-40B4-BE49-F238E27FC236}">
                <a16:creationId xmlns:a16="http://schemas.microsoft.com/office/drawing/2014/main" id="{F7297B0B-2517-BD04-1850-26222A121BF5}"/>
              </a:ext>
            </a:extLst>
          </p:cNvPr>
          <p:cNvSpPr>
            <a:spLocks noGrp="1" noChangeArrowheads="1"/>
          </p:cNvSpPr>
          <p:nvPr>
            <p:ph type="title"/>
          </p:nvPr>
        </p:nvSpPr>
        <p:spPr/>
        <p:txBody>
          <a:bodyPr/>
          <a:lstStyle/>
          <a:p>
            <a:r>
              <a:rPr lang="en-US" altLang="en-US"/>
              <a:t>Good Presentations</a:t>
            </a:r>
          </a:p>
        </p:txBody>
      </p:sp>
      <p:sp>
        <p:nvSpPr>
          <p:cNvPr id="102403" name="Rectangle 3">
            <a:extLst>
              <a:ext uri="{FF2B5EF4-FFF2-40B4-BE49-F238E27FC236}">
                <a16:creationId xmlns:a16="http://schemas.microsoft.com/office/drawing/2014/main" id="{E52B485C-B0DC-4FD5-F6B4-3BAB2D78AADE}"/>
              </a:ext>
            </a:extLst>
          </p:cNvPr>
          <p:cNvSpPr>
            <a:spLocks noGrp="1" noChangeArrowheads="1"/>
          </p:cNvSpPr>
          <p:nvPr>
            <p:ph type="body" idx="1"/>
          </p:nvPr>
        </p:nvSpPr>
        <p:spPr/>
        <p:txBody>
          <a:bodyPr/>
          <a:lstStyle/>
          <a:p>
            <a:r>
              <a:rPr lang="en-US" altLang="en-US" sz="2800"/>
              <a:t>Interesting topic, explained at audience’s level</a:t>
            </a:r>
          </a:p>
          <a:p>
            <a:r>
              <a:rPr lang="en-US" altLang="en-US" sz="2800"/>
              <a:t>Slides are understandable and easy to see</a:t>
            </a:r>
          </a:p>
          <a:p>
            <a:r>
              <a:rPr lang="en-US" altLang="en-US" sz="2800"/>
              <a:t>Good presentations reflect well on speaker!</a:t>
            </a:r>
          </a:p>
        </p:txBody>
      </p:sp>
      <p:sp>
        <p:nvSpPr>
          <p:cNvPr id="102437" name="AutoShape 37">
            <a:extLst>
              <a:ext uri="{FF2B5EF4-FFF2-40B4-BE49-F238E27FC236}">
                <a16:creationId xmlns:a16="http://schemas.microsoft.com/office/drawing/2014/main" id="{F817F5C6-1FB6-ABBC-97EB-9894F6C2439D}"/>
              </a:ext>
            </a:extLst>
          </p:cNvPr>
          <p:cNvSpPr>
            <a:spLocks noChangeArrowheads="1"/>
          </p:cNvSpPr>
          <p:nvPr/>
        </p:nvSpPr>
        <p:spPr bwMode="auto">
          <a:xfrm rot="-5400000">
            <a:off x="51435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38" name="AutoShape 38">
            <a:extLst>
              <a:ext uri="{FF2B5EF4-FFF2-40B4-BE49-F238E27FC236}">
                <a16:creationId xmlns:a16="http://schemas.microsoft.com/office/drawing/2014/main" id="{03F22427-3A87-87DA-2972-8F2AC0829AF7}"/>
              </a:ext>
            </a:extLst>
          </p:cNvPr>
          <p:cNvSpPr>
            <a:spLocks noChangeArrowheads="1"/>
          </p:cNvSpPr>
          <p:nvPr/>
        </p:nvSpPr>
        <p:spPr bwMode="auto">
          <a:xfrm rot="-5400000">
            <a:off x="61341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39" name="AutoShape 39">
            <a:extLst>
              <a:ext uri="{FF2B5EF4-FFF2-40B4-BE49-F238E27FC236}">
                <a16:creationId xmlns:a16="http://schemas.microsoft.com/office/drawing/2014/main" id="{CD3464F9-C85C-FC94-6249-A4ED0C89E3FB}"/>
              </a:ext>
            </a:extLst>
          </p:cNvPr>
          <p:cNvSpPr>
            <a:spLocks noChangeArrowheads="1"/>
          </p:cNvSpPr>
          <p:nvPr/>
        </p:nvSpPr>
        <p:spPr bwMode="auto">
          <a:xfrm rot="-5400000">
            <a:off x="71247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0" name="Oval 40">
            <a:extLst>
              <a:ext uri="{FF2B5EF4-FFF2-40B4-BE49-F238E27FC236}">
                <a16:creationId xmlns:a16="http://schemas.microsoft.com/office/drawing/2014/main" id="{B00F2F12-62ED-CBA1-39A6-B4F94A7D5444}"/>
              </a:ext>
            </a:extLst>
          </p:cNvPr>
          <p:cNvSpPr>
            <a:spLocks noChangeArrowheads="1"/>
          </p:cNvSpPr>
          <p:nvPr/>
        </p:nvSpPr>
        <p:spPr bwMode="auto">
          <a:xfrm>
            <a:off x="5257800" y="55626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1" name="Oval 41">
            <a:extLst>
              <a:ext uri="{FF2B5EF4-FFF2-40B4-BE49-F238E27FC236}">
                <a16:creationId xmlns:a16="http://schemas.microsoft.com/office/drawing/2014/main" id="{1A3B030A-9EE1-EE76-9923-501BDD26C6D1}"/>
              </a:ext>
            </a:extLst>
          </p:cNvPr>
          <p:cNvSpPr>
            <a:spLocks noChangeArrowheads="1"/>
          </p:cNvSpPr>
          <p:nvPr/>
        </p:nvSpPr>
        <p:spPr bwMode="auto">
          <a:xfrm>
            <a:off x="6248400" y="52578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2" name="Oval 42">
            <a:extLst>
              <a:ext uri="{FF2B5EF4-FFF2-40B4-BE49-F238E27FC236}">
                <a16:creationId xmlns:a16="http://schemas.microsoft.com/office/drawing/2014/main" id="{6A102A40-5596-6637-61C0-374AF4FE2410}"/>
              </a:ext>
            </a:extLst>
          </p:cNvPr>
          <p:cNvSpPr>
            <a:spLocks noChangeArrowheads="1"/>
          </p:cNvSpPr>
          <p:nvPr/>
        </p:nvSpPr>
        <p:spPr bwMode="auto">
          <a:xfrm>
            <a:off x="72390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3" name="Rectangle 43">
            <a:extLst>
              <a:ext uri="{FF2B5EF4-FFF2-40B4-BE49-F238E27FC236}">
                <a16:creationId xmlns:a16="http://schemas.microsoft.com/office/drawing/2014/main" id="{1A712DB4-9FC5-7664-1A4F-E38F675DB6A6}"/>
              </a:ext>
            </a:extLst>
          </p:cNvPr>
          <p:cNvSpPr>
            <a:spLocks noChangeArrowheads="1"/>
          </p:cNvSpPr>
          <p:nvPr/>
        </p:nvSpPr>
        <p:spPr bwMode="auto">
          <a:xfrm>
            <a:off x="7239000" y="5638800"/>
            <a:ext cx="5334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4" name="Rectangle 44">
            <a:extLst>
              <a:ext uri="{FF2B5EF4-FFF2-40B4-BE49-F238E27FC236}">
                <a16:creationId xmlns:a16="http://schemas.microsoft.com/office/drawing/2014/main" id="{5CC95BFC-FE32-F78E-F99B-C5547F44F8B6}"/>
              </a:ext>
            </a:extLst>
          </p:cNvPr>
          <p:cNvSpPr>
            <a:spLocks noChangeArrowheads="1"/>
          </p:cNvSpPr>
          <p:nvPr/>
        </p:nvSpPr>
        <p:spPr bwMode="auto">
          <a:xfrm>
            <a:off x="6400800" y="5562600"/>
            <a:ext cx="2286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5" name="Text Box 45">
            <a:extLst>
              <a:ext uri="{FF2B5EF4-FFF2-40B4-BE49-F238E27FC236}">
                <a16:creationId xmlns:a16="http://schemas.microsoft.com/office/drawing/2014/main" id="{21C91A57-CC3E-CD36-E0D4-FC0C9BD7C651}"/>
              </a:ext>
            </a:extLst>
          </p:cNvPr>
          <p:cNvSpPr txBox="1">
            <a:spLocks noChangeArrowheads="1"/>
          </p:cNvSpPr>
          <p:nvPr/>
        </p:nvSpPr>
        <p:spPr bwMode="auto">
          <a:xfrm>
            <a:off x="4800600" y="4648200"/>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latin typeface="Tahoma" panose="020B0604030504040204" pitchFamily="34" charset="0"/>
              </a:rPr>
              <a:t>Interesting</a:t>
            </a:r>
          </a:p>
        </p:txBody>
      </p:sp>
      <p:sp>
        <p:nvSpPr>
          <p:cNvPr id="102446" name="Line 46">
            <a:extLst>
              <a:ext uri="{FF2B5EF4-FFF2-40B4-BE49-F238E27FC236}">
                <a16:creationId xmlns:a16="http://schemas.microsoft.com/office/drawing/2014/main" id="{AB94B746-BD18-EAD9-D475-F964D3F60049}"/>
              </a:ext>
            </a:extLst>
          </p:cNvPr>
          <p:cNvSpPr>
            <a:spLocks noChangeShapeType="1"/>
          </p:cNvSpPr>
          <p:nvPr/>
        </p:nvSpPr>
        <p:spPr bwMode="auto">
          <a:xfrm flipV="1">
            <a:off x="7543800" y="5029200"/>
            <a:ext cx="762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47" name="Text Box 47">
            <a:extLst>
              <a:ext uri="{FF2B5EF4-FFF2-40B4-BE49-F238E27FC236}">
                <a16:creationId xmlns:a16="http://schemas.microsoft.com/office/drawing/2014/main" id="{0F7EA7ED-AB72-3139-9B0A-686399716D7A}"/>
              </a:ext>
            </a:extLst>
          </p:cNvPr>
          <p:cNvSpPr txBox="1">
            <a:spLocks noChangeArrowheads="1"/>
          </p:cNvSpPr>
          <p:nvPr/>
        </p:nvSpPr>
        <p:spPr bwMode="auto">
          <a:xfrm>
            <a:off x="6781800" y="3048000"/>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I understood this one!</a:t>
            </a:r>
          </a:p>
        </p:txBody>
      </p:sp>
      <p:sp>
        <p:nvSpPr>
          <p:cNvPr id="102448" name="Text Box 48">
            <a:extLst>
              <a:ext uri="{FF2B5EF4-FFF2-40B4-BE49-F238E27FC236}">
                <a16:creationId xmlns:a16="http://schemas.microsoft.com/office/drawing/2014/main" id="{550C91D0-5671-926B-E3BA-512F8BFDB5F2}"/>
              </a:ext>
            </a:extLst>
          </p:cNvPr>
          <p:cNvSpPr txBox="1">
            <a:spLocks noChangeArrowheads="1"/>
          </p:cNvSpPr>
          <p:nvPr/>
        </p:nvSpPr>
        <p:spPr bwMode="auto">
          <a:xfrm>
            <a:off x="5791200" y="3657600"/>
            <a:ext cx="1828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You should</a:t>
            </a:r>
            <a:br>
              <a:rPr lang="en-US" altLang="en-US" sz="2000">
                <a:latin typeface="Tahoma" panose="020B0604030504040204" pitchFamily="34" charset="0"/>
              </a:rPr>
            </a:br>
            <a:r>
              <a:rPr lang="en-US" altLang="en-US" sz="2000">
                <a:latin typeface="Tahoma" panose="020B0604030504040204" pitchFamily="34" charset="0"/>
              </a:rPr>
              <a:t>with a PhD…</a:t>
            </a:r>
          </a:p>
        </p:txBody>
      </p:sp>
      <p:sp>
        <p:nvSpPr>
          <p:cNvPr id="102449" name="Line 49">
            <a:extLst>
              <a:ext uri="{FF2B5EF4-FFF2-40B4-BE49-F238E27FC236}">
                <a16:creationId xmlns:a16="http://schemas.microsoft.com/office/drawing/2014/main" id="{07535BD7-0F38-B9F8-8E78-0A3C46AB11A8}"/>
              </a:ext>
            </a:extLst>
          </p:cNvPr>
          <p:cNvSpPr>
            <a:spLocks noChangeShapeType="1"/>
          </p:cNvSpPr>
          <p:nvPr/>
        </p:nvSpPr>
        <p:spPr bwMode="auto">
          <a:xfrm flipV="1">
            <a:off x="6629400" y="4343400"/>
            <a:ext cx="1524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50" name="AutoShape 50">
            <a:extLst>
              <a:ext uri="{FF2B5EF4-FFF2-40B4-BE49-F238E27FC236}">
                <a16:creationId xmlns:a16="http://schemas.microsoft.com/office/drawing/2014/main" id="{6C83CCAB-EB1E-FF24-644D-7EEB2CEFD467}"/>
              </a:ext>
            </a:extLst>
          </p:cNvPr>
          <p:cNvSpPr>
            <a:spLocks noChangeArrowheads="1"/>
          </p:cNvSpPr>
          <p:nvPr/>
        </p:nvSpPr>
        <p:spPr bwMode="auto">
          <a:xfrm rot="-5400000">
            <a:off x="41529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1" name="AutoShape 51">
            <a:extLst>
              <a:ext uri="{FF2B5EF4-FFF2-40B4-BE49-F238E27FC236}">
                <a16:creationId xmlns:a16="http://schemas.microsoft.com/office/drawing/2014/main" id="{E746105C-74B3-0500-B704-0CC9F7A93933}"/>
              </a:ext>
            </a:extLst>
          </p:cNvPr>
          <p:cNvSpPr>
            <a:spLocks noChangeArrowheads="1"/>
          </p:cNvSpPr>
          <p:nvPr/>
        </p:nvSpPr>
        <p:spPr bwMode="auto">
          <a:xfrm rot="-5400000">
            <a:off x="31623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2" name="Oval 52">
            <a:extLst>
              <a:ext uri="{FF2B5EF4-FFF2-40B4-BE49-F238E27FC236}">
                <a16:creationId xmlns:a16="http://schemas.microsoft.com/office/drawing/2014/main" id="{524C89D1-5247-5AA3-4AAE-51EF990B1075}"/>
              </a:ext>
            </a:extLst>
          </p:cNvPr>
          <p:cNvSpPr>
            <a:spLocks noChangeArrowheads="1"/>
          </p:cNvSpPr>
          <p:nvPr/>
        </p:nvSpPr>
        <p:spPr bwMode="auto">
          <a:xfrm>
            <a:off x="32766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3" name="Rectangle 53">
            <a:extLst>
              <a:ext uri="{FF2B5EF4-FFF2-40B4-BE49-F238E27FC236}">
                <a16:creationId xmlns:a16="http://schemas.microsoft.com/office/drawing/2014/main" id="{DE6218E2-2942-5935-C93A-134ABD4DAD55}"/>
              </a:ext>
            </a:extLst>
          </p:cNvPr>
          <p:cNvSpPr>
            <a:spLocks noChangeArrowheads="1"/>
          </p:cNvSpPr>
          <p:nvPr/>
        </p:nvSpPr>
        <p:spPr bwMode="auto">
          <a:xfrm>
            <a:off x="3429000" y="5638800"/>
            <a:ext cx="2286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4" name="Text Box 54">
            <a:extLst>
              <a:ext uri="{FF2B5EF4-FFF2-40B4-BE49-F238E27FC236}">
                <a16:creationId xmlns:a16="http://schemas.microsoft.com/office/drawing/2014/main" id="{094FC35B-3E53-AB38-DC02-E6DA15F4E954}"/>
              </a:ext>
            </a:extLst>
          </p:cNvPr>
          <p:cNvSpPr txBox="1">
            <a:spLocks noChangeArrowheads="1"/>
          </p:cNvSpPr>
          <p:nvPr/>
        </p:nvSpPr>
        <p:spPr bwMode="auto">
          <a:xfrm>
            <a:off x="1295400" y="3124200"/>
            <a:ext cx="2590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I wonder if this technique would work for my problem</a:t>
            </a:r>
          </a:p>
        </p:txBody>
      </p:sp>
      <p:sp>
        <p:nvSpPr>
          <p:cNvPr id="102455" name="Text Box 55">
            <a:extLst>
              <a:ext uri="{FF2B5EF4-FFF2-40B4-BE49-F238E27FC236}">
                <a16:creationId xmlns:a16="http://schemas.microsoft.com/office/drawing/2014/main" id="{B4A0E164-6AC7-CE21-D5F5-0B867F18C565}"/>
              </a:ext>
            </a:extLst>
          </p:cNvPr>
          <p:cNvSpPr txBox="1">
            <a:spLocks noChangeArrowheads="1"/>
          </p:cNvSpPr>
          <p:nvPr/>
        </p:nvSpPr>
        <p:spPr bwMode="auto">
          <a:xfrm>
            <a:off x="2667000" y="4191000"/>
            <a:ext cx="2149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Let’s talk to them at the break</a:t>
            </a:r>
          </a:p>
        </p:txBody>
      </p:sp>
      <p:sp>
        <p:nvSpPr>
          <p:cNvPr id="102456" name="AutoShape 56">
            <a:extLst>
              <a:ext uri="{FF2B5EF4-FFF2-40B4-BE49-F238E27FC236}">
                <a16:creationId xmlns:a16="http://schemas.microsoft.com/office/drawing/2014/main" id="{AE6D46D1-2683-91DF-73D7-A0B1B941209C}"/>
              </a:ext>
            </a:extLst>
          </p:cNvPr>
          <p:cNvSpPr>
            <a:spLocks noChangeArrowheads="1"/>
          </p:cNvSpPr>
          <p:nvPr/>
        </p:nvSpPr>
        <p:spPr bwMode="auto">
          <a:xfrm rot="-5400000">
            <a:off x="21717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7" name="Oval 57">
            <a:extLst>
              <a:ext uri="{FF2B5EF4-FFF2-40B4-BE49-F238E27FC236}">
                <a16:creationId xmlns:a16="http://schemas.microsoft.com/office/drawing/2014/main" id="{98FD28FC-50B1-5B60-45E0-839595463C7D}"/>
              </a:ext>
            </a:extLst>
          </p:cNvPr>
          <p:cNvSpPr>
            <a:spLocks noChangeArrowheads="1"/>
          </p:cNvSpPr>
          <p:nvPr/>
        </p:nvSpPr>
        <p:spPr bwMode="auto">
          <a:xfrm>
            <a:off x="22860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8" name="Rectangle 58">
            <a:extLst>
              <a:ext uri="{FF2B5EF4-FFF2-40B4-BE49-F238E27FC236}">
                <a16:creationId xmlns:a16="http://schemas.microsoft.com/office/drawing/2014/main" id="{8486A3CA-64B9-3B09-0D76-24ED5A0EFFA8}"/>
              </a:ext>
            </a:extLst>
          </p:cNvPr>
          <p:cNvSpPr>
            <a:spLocks noChangeArrowheads="1"/>
          </p:cNvSpPr>
          <p:nvPr/>
        </p:nvSpPr>
        <p:spPr bwMode="auto">
          <a:xfrm>
            <a:off x="2286000" y="5638800"/>
            <a:ext cx="5334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9" name="AutoShape 59">
            <a:extLst>
              <a:ext uri="{FF2B5EF4-FFF2-40B4-BE49-F238E27FC236}">
                <a16:creationId xmlns:a16="http://schemas.microsoft.com/office/drawing/2014/main" id="{76837B30-2C88-5B42-A09C-CEA806E849BC}"/>
              </a:ext>
            </a:extLst>
          </p:cNvPr>
          <p:cNvSpPr>
            <a:spLocks noChangeArrowheads="1"/>
          </p:cNvSpPr>
          <p:nvPr/>
        </p:nvSpPr>
        <p:spPr bwMode="auto">
          <a:xfrm rot="-5400000">
            <a:off x="11811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0" name="Line 60">
            <a:extLst>
              <a:ext uri="{FF2B5EF4-FFF2-40B4-BE49-F238E27FC236}">
                <a16:creationId xmlns:a16="http://schemas.microsoft.com/office/drawing/2014/main" id="{6B0E4F50-87D4-A7DF-A623-C8158287889E}"/>
              </a:ext>
            </a:extLst>
          </p:cNvPr>
          <p:cNvSpPr>
            <a:spLocks noChangeShapeType="1"/>
          </p:cNvSpPr>
          <p:nvPr/>
        </p:nvSpPr>
        <p:spPr bwMode="auto">
          <a:xfrm flipH="1" flipV="1">
            <a:off x="2514600" y="4114800"/>
            <a:ext cx="762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1" name="Line 61">
            <a:extLst>
              <a:ext uri="{FF2B5EF4-FFF2-40B4-BE49-F238E27FC236}">
                <a16:creationId xmlns:a16="http://schemas.microsoft.com/office/drawing/2014/main" id="{B1586A84-638D-7E07-F6EF-3E0B0AB68713}"/>
              </a:ext>
            </a:extLst>
          </p:cNvPr>
          <p:cNvSpPr>
            <a:spLocks noChangeShapeType="1"/>
          </p:cNvSpPr>
          <p:nvPr/>
        </p:nvSpPr>
        <p:spPr bwMode="auto">
          <a:xfrm flipV="1">
            <a:off x="3581400" y="4953000"/>
            <a:ext cx="76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2" name="Text Box 62">
            <a:extLst>
              <a:ext uri="{FF2B5EF4-FFF2-40B4-BE49-F238E27FC236}">
                <a16:creationId xmlns:a16="http://schemas.microsoft.com/office/drawing/2014/main" id="{D27AB3B9-7E19-0043-69B0-1F4B4D60A0EF}"/>
              </a:ext>
            </a:extLst>
          </p:cNvPr>
          <p:cNvSpPr txBox="1">
            <a:spLocks noChangeArrowheads="1"/>
          </p:cNvSpPr>
          <p:nvPr/>
        </p:nvSpPr>
        <p:spPr bwMode="auto">
          <a:xfrm>
            <a:off x="304800" y="461645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a:latin typeface="Tahoma" panose="020B0604030504040204" pitchFamily="34" charset="0"/>
              </a:rPr>
              <a:t>I never thought of that!</a:t>
            </a:r>
          </a:p>
        </p:txBody>
      </p:sp>
      <p:sp>
        <p:nvSpPr>
          <p:cNvPr id="102463" name="Oval 63">
            <a:extLst>
              <a:ext uri="{FF2B5EF4-FFF2-40B4-BE49-F238E27FC236}">
                <a16:creationId xmlns:a16="http://schemas.microsoft.com/office/drawing/2014/main" id="{0F13B691-7FE9-4FF1-740B-1860DE85A3A9}"/>
              </a:ext>
            </a:extLst>
          </p:cNvPr>
          <p:cNvSpPr>
            <a:spLocks noChangeArrowheads="1"/>
          </p:cNvSpPr>
          <p:nvPr/>
        </p:nvSpPr>
        <p:spPr bwMode="auto">
          <a:xfrm>
            <a:off x="5334000" y="53340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4" name="Oval 64">
            <a:extLst>
              <a:ext uri="{FF2B5EF4-FFF2-40B4-BE49-F238E27FC236}">
                <a16:creationId xmlns:a16="http://schemas.microsoft.com/office/drawing/2014/main" id="{5D045651-037D-0942-83EC-7010023EEAB6}"/>
              </a:ext>
            </a:extLst>
          </p:cNvPr>
          <p:cNvSpPr>
            <a:spLocks noChangeArrowheads="1"/>
          </p:cNvSpPr>
          <p:nvPr/>
        </p:nvSpPr>
        <p:spPr bwMode="auto">
          <a:xfrm>
            <a:off x="5257800" y="51816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5" name="Oval 65">
            <a:extLst>
              <a:ext uri="{FF2B5EF4-FFF2-40B4-BE49-F238E27FC236}">
                <a16:creationId xmlns:a16="http://schemas.microsoft.com/office/drawing/2014/main" id="{F31278E1-2548-0968-DCA8-91D717807999}"/>
              </a:ext>
            </a:extLst>
          </p:cNvPr>
          <p:cNvSpPr>
            <a:spLocks noChangeArrowheads="1"/>
          </p:cNvSpPr>
          <p:nvPr/>
        </p:nvSpPr>
        <p:spPr bwMode="auto">
          <a:xfrm>
            <a:off x="5181600" y="50292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6" name="Oval 66">
            <a:extLst>
              <a:ext uri="{FF2B5EF4-FFF2-40B4-BE49-F238E27FC236}">
                <a16:creationId xmlns:a16="http://schemas.microsoft.com/office/drawing/2014/main" id="{2A7B45DE-78A3-8A4B-C566-979D27064934}"/>
              </a:ext>
            </a:extLst>
          </p:cNvPr>
          <p:cNvSpPr>
            <a:spLocks noChangeArrowheads="1"/>
          </p:cNvSpPr>
          <p:nvPr/>
        </p:nvSpPr>
        <p:spPr bwMode="auto">
          <a:xfrm>
            <a:off x="1371600" y="55626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7" name="Oval 67">
            <a:extLst>
              <a:ext uri="{FF2B5EF4-FFF2-40B4-BE49-F238E27FC236}">
                <a16:creationId xmlns:a16="http://schemas.microsoft.com/office/drawing/2014/main" id="{9347DDB5-546B-CDBB-C161-812543A75A2E}"/>
              </a:ext>
            </a:extLst>
          </p:cNvPr>
          <p:cNvSpPr>
            <a:spLocks noChangeArrowheads="1"/>
          </p:cNvSpPr>
          <p:nvPr/>
        </p:nvSpPr>
        <p:spPr bwMode="auto">
          <a:xfrm>
            <a:off x="1295400" y="54102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8" name="Oval 68">
            <a:extLst>
              <a:ext uri="{FF2B5EF4-FFF2-40B4-BE49-F238E27FC236}">
                <a16:creationId xmlns:a16="http://schemas.microsoft.com/office/drawing/2014/main" id="{7A044CC7-6B79-1A3B-510C-BEA428AC2F93}"/>
              </a:ext>
            </a:extLst>
          </p:cNvPr>
          <p:cNvSpPr>
            <a:spLocks noChangeArrowheads="1"/>
          </p:cNvSpPr>
          <p:nvPr/>
        </p:nvSpPr>
        <p:spPr bwMode="auto">
          <a:xfrm>
            <a:off x="1219200" y="52578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9" name="Oval 69">
            <a:extLst>
              <a:ext uri="{FF2B5EF4-FFF2-40B4-BE49-F238E27FC236}">
                <a16:creationId xmlns:a16="http://schemas.microsoft.com/office/drawing/2014/main" id="{F839B4A4-AF8C-C9F5-51DD-7765CB8F39CC}"/>
              </a:ext>
            </a:extLst>
          </p:cNvPr>
          <p:cNvSpPr>
            <a:spLocks noChangeArrowheads="1"/>
          </p:cNvSpPr>
          <p:nvPr/>
        </p:nvSpPr>
        <p:spPr bwMode="auto">
          <a:xfrm>
            <a:off x="1295400" y="56388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70" name="Text Box 70">
            <a:extLst>
              <a:ext uri="{FF2B5EF4-FFF2-40B4-BE49-F238E27FC236}">
                <a16:creationId xmlns:a16="http://schemas.microsoft.com/office/drawing/2014/main" id="{6BE47068-4BAF-0EDE-CA67-CB1D8B252DA2}"/>
              </a:ext>
            </a:extLst>
          </p:cNvPr>
          <p:cNvSpPr txBox="1">
            <a:spLocks noChangeArrowheads="1"/>
          </p:cNvSpPr>
          <p:nvPr/>
        </p:nvSpPr>
        <p:spPr bwMode="auto">
          <a:xfrm>
            <a:off x="6858000" y="4327525"/>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But it’s outside</a:t>
            </a:r>
            <a:br>
              <a:rPr lang="en-US" altLang="en-US" sz="2000">
                <a:latin typeface="Tahoma" panose="020B0604030504040204" pitchFamily="34" charset="0"/>
              </a:rPr>
            </a:br>
            <a:r>
              <a:rPr lang="en-US" altLang="en-US" sz="2000">
                <a:latin typeface="Tahoma" panose="020B0604030504040204" pitchFamily="34" charset="0"/>
              </a:rPr>
              <a:t>my main area</a:t>
            </a:r>
          </a:p>
        </p:txBody>
      </p:sp>
      <p:sp>
        <p:nvSpPr>
          <p:cNvPr id="102471" name="Line 71">
            <a:extLst>
              <a:ext uri="{FF2B5EF4-FFF2-40B4-BE49-F238E27FC236}">
                <a16:creationId xmlns:a16="http://schemas.microsoft.com/office/drawing/2014/main" id="{1F474972-9B13-8C33-525D-B3079C53C18A}"/>
              </a:ext>
            </a:extLst>
          </p:cNvPr>
          <p:cNvSpPr>
            <a:spLocks noChangeShapeType="1"/>
          </p:cNvSpPr>
          <p:nvPr/>
        </p:nvSpPr>
        <p:spPr bwMode="auto">
          <a:xfrm flipV="1">
            <a:off x="7772400" y="3733800"/>
            <a:ext cx="152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theme/theme1.xml><?xml version="1.0" encoding="utf-8"?>
<a:theme xmlns:a="http://schemas.openxmlformats.org/drawingml/2006/main" name="ACME Blue">
  <a:themeElements>
    <a:clrScheme name="ACME Blu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CME Blu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itchFamily="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itchFamily="2" charset="0"/>
          </a:defRPr>
        </a:defPPr>
      </a:lstStyle>
    </a:lnDef>
  </a:objectDefaults>
  <a:extraClrSchemeLst>
    <a:extraClrScheme>
      <a:clrScheme name="ACME Blu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CME Blu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CME Blu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CME Blu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CME Blu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CME Blu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CME Blu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J-Whit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PJ-Whit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itchFamily="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itchFamily="2" charset="0"/>
          </a:defRPr>
        </a:defPPr>
      </a:lstStyle>
    </a:lnDef>
  </a:objectDefaults>
  <a:extraClrSchemeLst>
    <a:extraClrScheme>
      <a:clrScheme name="PJ-Whit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J-Whi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PJ-Whit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J-Whit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J-Whit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J-Whit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PJ-Whit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0000"/>
    </a:lt1>
    <a:dk2>
      <a:srgbClr val="0000FF"/>
    </a:dk2>
    <a:lt2>
      <a:srgbClr val="FFFF00"/>
    </a:lt2>
    <a:accent1>
      <a:srgbClr val="FF9900"/>
    </a:accent1>
    <a:accent2>
      <a:srgbClr val="00FFFF"/>
    </a:accent2>
    <a:accent3>
      <a:srgbClr val="AAAAFF"/>
    </a:accent3>
    <a:accent4>
      <a:srgbClr val="DA0000"/>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Twelve:Applications:Microsoft Office X:Templates:Presentations:Designs:Blends</Template>
  <TotalTime>1601</TotalTime>
  <Words>1832</Words>
  <Application>Microsoft Macintosh PowerPoint</Application>
  <PresentationFormat>On-screen Show (4:3)</PresentationFormat>
  <Paragraphs>563</Paragraphs>
  <Slides>33</Slides>
  <Notes>2</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6" baseType="lpstr">
      <vt:lpstr>Arial Unicode MS</vt:lpstr>
      <vt:lpstr>Arial</vt:lpstr>
      <vt:lpstr>Courier New</vt:lpstr>
      <vt:lpstr>Helvetica</vt:lpstr>
      <vt:lpstr>Lucida Sans</vt:lpstr>
      <vt:lpstr>Lucida Sans Unicode</vt:lpstr>
      <vt:lpstr>Tahoma</vt:lpstr>
      <vt:lpstr>Times</vt:lpstr>
      <vt:lpstr>Times New Roman</vt:lpstr>
      <vt:lpstr>Wingdings</vt:lpstr>
      <vt:lpstr>ACME Blue</vt:lpstr>
      <vt:lpstr>PJ-White</vt:lpstr>
      <vt:lpstr>Chart</vt:lpstr>
      <vt:lpstr>Terrible Presentations (…and how to not give one) </vt:lpstr>
      <vt:lpstr>Tips For Presenting</vt:lpstr>
      <vt:lpstr>Part I: YOU!</vt:lpstr>
      <vt:lpstr>Powerpoint Addiction</vt:lpstr>
      <vt:lpstr>Dead Man Talking</vt:lpstr>
      <vt:lpstr>Is This Thing On &lt;tap tap&gt;? </vt:lpstr>
      <vt:lpstr>Your “Moves”</vt:lpstr>
      <vt:lpstr>Common Laser Pointer Moves</vt:lpstr>
      <vt:lpstr>Ummmm… The… Uh… Yeah.</vt:lpstr>
      <vt:lpstr>How to Handle Questions…</vt:lpstr>
      <vt:lpstr>Part II: Flow of the Presentation</vt:lpstr>
      <vt:lpstr>Slide Design</vt:lpstr>
      <vt:lpstr>Know Your Audience</vt:lpstr>
      <vt:lpstr>Revise, Revise, Revise</vt:lpstr>
      <vt:lpstr>Anatomy of a Presentation</vt:lpstr>
      <vt:lpstr>Part III: Slide Format</vt:lpstr>
      <vt:lpstr>README.TXT</vt:lpstr>
      <vt:lpstr>“you probably can’t see this, but…”</vt:lpstr>
      <vt:lpstr>“you probably can’t see this, but…”</vt:lpstr>
      <vt:lpstr>Picture This</vt:lpstr>
      <vt:lpstr>Example Animation</vt:lpstr>
      <vt:lpstr>Example Animation</vt:lpstr>
      <vt:lpstr>You are not Pixar Studios</vt:lpstr>
      <vt:lpstr>And Sometimes You Are Pixar!</vt:lpstr>
      <vt:lpstr>Mommy, my eyes are burning!</vt:lpstr>
      <vt:lpstr>I See A Ghost</vt:lpstr>
      <vt:lpstr>Equations</vt:lpstr>
      <vt:lpstr>Use Simple Examples</vt:lpstr>
      <vt:lpstr>Sure you want to use a table?</vt:lpstr>
      <vt:lpstr>Graphs Can Also Be The Enemy</vt:lpstr>
      <vt:lpstr>Graphs</vt:lpstr>
      <vt:lpstr>Bad Presentations</vt:lpstr>
      <vt:lpstr>Good Presentations</vt:lpstr>
    </vt:vector>
  </TitlesOfParts>
  <Company>Chang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Beginner’s Guide to Bad Engineering Presentations</dc:title>
  <dc:creator>Mark Chang</dc:creator>
  <cp:lastModifiedBy>David Andrews</cp:lastModifiedBy>
  <cp:revision>119</cp:revision>
  <dcterms:created xsi:type="dcterms:W3CDTF">2004-04-22T17:47:17Z</dcterms:created>
  <dcterms:modified xsi:type="dcterms:W3CDTF">2026-03-02T15:33:52Z</dcterms:modified>
</cp:coreProperties>
</file>